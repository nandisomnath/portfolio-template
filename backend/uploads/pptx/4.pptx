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Poppins Semi-Bold" charset="1" panose="00000700000000000000"/>
      <p:regular r:id="rId7"/>
    </p:embeddedFont>
    <p:embeddedFont>
      <p:font typeface="Poppins Medium" charset="1" panose="00000600000000000000"/>
      <p:regular r:id="rId8"/>
    </p:embeddedFont>
    <p:embeddedFont>
      <p:font typeface="Poppins Bold" charset="1" panose="00000800000000000000"/>
      <p:regular r:id="rId9"/>
    </p:embeddedFont>
    <p:embeddedFont>
      <p:font typeface="Poppins" charset="1" panose="000005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575008" y="4707008"/>
            <a:ext cx="9393468" cy="2576516"/>
            <a:chOff x="0" y="0"/>
            <a:chExt cx="3513968" cy="9638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3968" cy="963847"/>
            </a:xfrm>
            <a:custGeom>
              <a:avLst/>
              <a:gdLst/>
              <a:ahLst/>
              <a:cxnLst/>
              <a:rect r="r" b="b" t="t" l="l"/>
              <a:pathLst>
                <a:path h="963847" w="3513968">
                  <a:moveTo>
                    <a:pt x="3513968" y="0"/>
                  </a:moveTo>
                  <a:lnTo>
                    <a:pt x="3513968" y="963847"/>
                  </a:lnTo>
                  <a:lnTo>
                    <a:pt x="0" y="9638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513968" cy="973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39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H="true">
            <a:off x="0" y="1293769"/>
            <a:ext cx="7560000" cy="0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4978721" y="1293769"/>
            <a:ext cx="0" cy="9398231"/>
          </a:xfrm>
          <a:prstGeom prst="line">
            <a:avLst/>
          </a:prstGeom>
          <a:ln cap="flat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362811" y="3135361"/>
            <a:ext cx="132478" cy="121398"/>
          </a:xfrm>
          <a:custGeom>
            <a:avLst/>
            <a:gdLst/>
            <a:ahLst/>
            <a:cxnLst/>
            <a:rect r="r" b="b" t="t" l="l"/>
            <a:pathLst>
              <a:path h="121398" w="132478">
                <a:moveTo>
                  <a:pt x="0" y="0"/>
                </a:moveTo>
                <a:lnTo>
                  <a:pt x="132478" y="0"/>
                </a:lnTo>
                <a:lnTo>
                  <a:pt x="132478" y="121398"/>
                </a:lnTo>
                <a:lnTo>
                  <a:pt x="0" y="121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20573" y="2400934"/>
            <a:ext cx="135926" cy="135926"/>
          </a:xfrm>
          <a:custGeom>
            <a:avLst/>
            <a:gdLst/>
            <a:ahLst/>
            <a:cxnLst/>
            <a:rect r="r" b="b" t="t" l="l"/>
            <a:pathLst>
              <a:path h="135926" w="135926">
                <a:moveTo>
                  <a:pt x="0" y="0"/>
                </a:moveTo>
                <a:lnTo>
                  <a:pt x="135926" y="0"/>
                </a:lnTo>
                <a:lnTo>
                  <a:pt x="135926" y="135926"/>
                </a:lnTo>
                <a:lnTo>
                  <a:pt x="0" y="1359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20573" y="2190581"/>
            <a:ext cx="135926" cy="135926"/>
          </a:xfrm>
          <a:custGeom>
            <a:avLst/>
            <a:gdLst/>
            <a:ahLst/>
            <a:cxnLst/>
            <a:rect r="r" b="b" t="t" l="l"/>
            <a:pathLst>
              <a:path h="135926" w="135926">
                <a:moveTo>
                  <a:pt x="0" y="0"/>
                </a:moveTo>
                <a:lnTo>
                  <a:pt x="135926" y="0"/>
                </a:lnTo>
                <a:lnTo>
                  <a:pt x="135926" y="135926"/>
                </a:lnTo>
                <a:lnTo>
                  <a:pt x="0" y="1359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220573" y="1980227"/>
            <a:ext cx="135926" cy="135926"/>
          </a:xfrm>
          <a:custGeom>
            <a:avLst/>
            <a:gdLst/>
            <a:ahLst/>
            <a:cxnLst/>
            <a:rect r="r" b="b" t="t" l="l"/>
            <a:pathLst>
              <a:path h="135926" w="135926">
                <a:moveTo>
                  <a:pt x="0" y="0"/>
                </a:moveTo>
                <a:lnTo>
                  <a:pt x="135926" y="0"/>
                </a:lnTo>
                <a:lnTo>
                  <a:pt x="135926" y="135927"/>
                </a:lnTo>
                <a:lnTo>
                  <a:pt x="0" y="1359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220573" y="3215184"/>
            <a:ext cx="906372" cy="222269"/>
            <a:chOff x="0" y="0"/>
            <a:chExt cx="324823" cy="796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4823" cy="79656"/>
            </a:xfrm>
            <a:custGeom>
              <a:avLst/>
              <a:gdLst/>
              <a:ahLst/>
              <a:cxnLst/>
              <a:rect r="r" b="b" t="t" l="l"/>
              <a:pathLst>
                <a:path h="79656" w="324823">
                  <a:moveTo>
                    <a:pt x="34167" y="0"/>
                  </a:moveTo>
                  <a:lnTo>
                    <a:pt x="290657" y="0"/>
                  </a:lnTo>
                  <a:cubicBezTo>
                    <a:pt x="299718" y="0"/>
                    <a:pt x="308409" y="3600"/>
                    <a:pt x="314816" y="10007"/>
                  </a:cubicBezTo>
                  <a:cubicBezTo>
                    <a:pt x="321224" y="16415"/>
                    <a:pt x="324823" y="25105"/>
                    <a:pt x="324823" y="34167"/>
                  </a:cubicBezTo>
                  <a:lnTo>
                    <a:pt x="324823" y="45490"/>
                  </a:lnTo>
                  <a:cubicBezTo>
                    <a:pt x="324823" y="64359"/>
                    <a:pt x="309526" y="79656"/>
                    <a:pt x="290657" y="79656"/>
                  </a:cubicBezTo>
                  <a:lnTo>
                    <a:pt x="34167" y="79656"/>
                  </a:lnTo>
                  <a:cubicBezTo>
                    <a:pt x="15297" y="79656"/>
                    <a:pt x="0" y="64359"/>
                    <a:pt x="0" y="45490"/>
                  </a:cubicBezTo>
                  <a:lnTo>
                    <a:pt x="0" y="34167"/>
                  </a:lnTo>
                  <a:cubicBezTo>
                    <a:pt x="0" y="15297"/>
                    <a:pt x="15297" y="0"/>
                    <a:pt x="34167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324823" cy="108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1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03807" y="3215184"/>
            <a:ext cx="855111" cy="222269"/>
            <a:chOff x="0" y="0"/>
            <a:chExt cx="306452" cy="796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6452" cy="79656"/>
            </a:xfrm>
            <a:custGeom>
              <a:avLst/>
              <a:gdLst/>
              <a:ahLst/>
              <a:cxnLst/>
              <a:rect r="r" b="b" t="t" l="l"/>
              <a:pathLst>
                <a:path h="79656" w="306452">
                  <a:moveTo>
                    <a:pt x="36215" y="0"/>
                  </a:moveTo>
                  <a:lnTo>
                    <a:pt x="270238" y="0"/>
                  </a:lnTo>
                  <a:cubicBezTo>
                    <a:pt x="290238" y="0"/>
                    <a:pt x="306452" y="16214"/>
                    <a:pt x="306452" y="36215"/>
                  </a:cubicBezTo>
                  <a:lnTo>
                    <a:pt x="306452" y="43441"/>
                  </a:lnTo>
                  <a:cubicBezTo>
                    <a:pt x="306452" y="53046"/>
                    <a:pt x="302637" y="62258"/>
                    <a:pt x="295845" y="69049"/>
                  </a:cubicBezTo>
                  <a:cubicBezTo>
                    <a:pt x="289054" y="75841"/>
                    <a:pt x="279842" y="79656"/>
                    <a:pt x="270238" y="79656"/>
                  </a:cubicBezTo>
                  <a:lnTo>
                    <a:pt x="36215" y="79656"/>
                  </a:lnTo>
                  <a:cubicBezTo>
                    <a:pt x="26610" y="79656"/>
                    <a:pt x="17399" y="75841"/>
                    <a:pt x="10607" y="69049"/>
                  </a:cubicBezTo>
                  <a:cubicBezTo>
                    <a:pt x="3815" y="62258"/>
                    <a:pt x="0" y="53046"/>
                    <a:pt x="0" y="43441"/>
                  </a:cubicBezTo>
                  <a:lnTo>
                    <a:pt x="0" y="36215"/>
                  </a:lnTo>
                  <a:cubicBezTo>
                    <a:pt x="0" y="26610"/>
                    <a:pt x="3815" y="17399"/>
                    <a:pt x="10607" y="10607"/>
                  </a:cubicBezTo>
                  <a:cubicBezTo>
                    <a:pt x="17399" y="3815"/>
                    <a:pt x="26610" y="0"/>
                    <a:pt x="36215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306452" cy="108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1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220573" y="3508858"/>
            <a:ext cx="870675" cy="222269"/>
            <a:chOff x="0" y="0"/>
            <a:chExt cx="312030" cy="796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2030" cy="79656"/>
            </a:xfrm>
            <a:custGeom>
              <a:avLst/>
              <a:gdLst/>
              <a:ahLst/>
              <a:cxnLst/>
              <a:rect r="r" b="b" t="t" l="l"/>
              <a:pathLst>
                <a:path h="79656" w="312030">
                  <a:moveTo>
                    <a:pt x="35567" y="0"/>
                  </a:moveTo>
                  <a:lnTo>
                    <a:pt x="276463" y="0"/>
                  </a:lnTo>
                  <a:cubicBezTo>
                    <a:pt x="296106" y="0"/>
                    <a:pt x="312030" y="15924"/>
                    <a:pt x="312030" y="35567"/>
                  </a:cubicBezTo>
                  <a:lnTo>
                    <a:pt x="312030" y="44089"/>
                  </a:lnTo>
                  <a:cubicBezTo>
                    <a:pt x="312030" y="53522"/>
                    <a:pt x="308283" y="62569"/>
                    <a:pt x="301613" y="69239"/>
                  </a:cubicBezTo>
                  <a:cubicBezTo>
                    <a:pt x="294943" y="75909"/>
                    <a:pt x="285896" y="79656"/>
                    <a:pt x="276463" y="79656"/>
                  </a:cubicBezTo>
                  <a:lnTo>
                    <a:pt x="35567" y="79656"/>
                  </a:lnTo>
                  <a:cubicBezTo>
                    <a:pt x="26134" y="79656"/>
                    <a:pt x="17088" y="75909"/>
                    <a:pt x="10417" y="69239"/>
                  </a:cubicBezTo>
                  <a:cubicBezTo>
                    <a:pt x="3747" y="62569"/>
                    <a:pt x="0" y="53522"/>
                    <a:pt x="0" y="44089"/>
                  </a:cubicBezTo>
                  <a:lnTo>
                    <a:pt x="0" y="35567"/>
                  </a:lnTo>
                  <a:cubicBezTo>
                    <a:pt x="0" y="26134"/>
                    <a:pt x="3747" y="17088"/>
                    <a:pt x="10417" y="10417"/>
                  </a:cubicBezTo>
                  <a:cubicBezTo>
                    <a:pt x="17088" y="3747"/>
                    <a:pt x="26134" y="0"/>
                    <a:pt x="35567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12030" cy="108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1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165455" y="3508858"/>
            <a:ext cx="1185001" cy="222269"/>
            <a:chOff x="0" y="0"/>
            <a:chExt cx="424677" cy="796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4677" cy="79656"/>
            </a:xfrm>
            <a:custGeom>
              <a:avLst/>
              <a:gdLst/>
              <a:ahLst/>
              <a:cxnLst/>
              <a:rect r="r" b="b" t="t" l="l"/>
              <a:pathLst>
                <a:path h="79656" w="424677">
                  <a:moveTo>
                    <a:pt x="26133" y="0"/>
                  </a:moveTo>
                  <a:lnTo>
                    <a:pt x="398544" y="0"/>
                  </a:lnTo>
                  <a:cubicBezTo>
                    <a:pt x="405475" y="0"/>
                    <a:pt x="412122" y="2753"/>
                    <a:pt x="417023" y="7654"/>
                  </a:cubicBezTo>
                  <a:cubicBezTo>
                    <a:pt x="421924" y="12555"/>
                    <a:pt x="424677" y="19202"/>
                    <a:pt x="424677" y="26133"/>
                  </a:cubicBezTo>
                  <a:lnTo>
                    <a:pt x="424677" y="53523"/>
                  </a:lnTo>
                  <a:cubicBezTo>
                    <a:pt x="424677" y="60454"/>
                    <a:pt x="421924" y="67101"/>
                    <a:pt x="417023" y="72002"/>
                  </a:cubicBezTo>
                  <a:cubicBezTo>
                    <a:pt x="412122" y="76903"/>
                    <a:pt x="405475" y="79656"/>
                    <a:pt x="398544" y="79656"/>
                  </a:cubicBezTo>
                  <a:lnTo>
                    <a:pt x="26133" y="79656"/>
                  </a:lnTo>
                  <a:cubicBezTo>
                    <a:pt x="19202" y="79656"/>
                    <a:pt x="12555" y="76903"/>
                    <a:pt x="7654" y="72002"/>
                  </a:cubicBezTo>
                  <a:cubicBezTo>
                    <a:pt x="2753" y="67101"/>
                    <a:pt x="0" y="60454"/>
                    <a:pt x="0" y="53523"/>
                  </a:cubicBezTo>
                  <a:lnTo>
                    <a:pt x="0" y="26133"/>
                  </a:lnTo>
                  <a:cubicBezTo>
                    <a:pt x="0" y="19202"/>
                    <a:pt x="2753" y="12555"/>
                    <a:pt x="7654" y="7654"/>
                  </a:cubicBezTo>
                  <a:cubicBezTo>
                    <a:pt x="12555" y="2753"/>
                    <a:pt x="19202" y="0"/>
                    <a:pt x="2613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24677" cy="108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1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20573" y="3802532"/>
            <a:ext cx="1504059" cy="222269"/>
            <a:chOff x="0" y="0"/>
            <a:chExt cx="539021" cy="796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9021" cy="79656"/>
            </a:xfrm>
            <a:custGeom>
              <a:avLst/>
              <a:gdLst/>
              <a:ahLst/>
              <a:cxnLst/>
              <a:rect r="r" b="b" t="t" l="l"/>
              <a:pathLst>
                <a:path h="79656" w="539021">
                  <a:moveTo>
                    <a:pt x="20589" y="0"/>
                  </a:moveTo>
                  <a:lnTo>
                    <a:pt x="518431" y="0"/>
                  </a:lnTo>
                  <a:cubicBezTo>
                    <a:pt x="529803" y="0"/>
                    <a:pt x="539021" y="9218"/>
                    <a:pt x="539021" y="20589"/>
                  </a:cubicBezTo>
                  <a:lnTo>
                    <a:pt x="539021" y="59067"/>
                  </a:lnTo>
                  <a:cubicBezTo>
                    <a:pt x="539021" y="70438"/>
                    <a:pt x="529803" y="79656"/>
                    <a:pt x="518431" y="79656"/>
                  </a:cubicBezTo>
                  <a:lnTo>
                    <a:pt x="20589" y="79656"/>
                  </a:lnTo>
                  <a:cubicBezTo>
                    <a:pt x="15129" y="79656"/>
                    <a:pt x="9892" y="77487"/>
                    <a:pt x="6030" y="73626"/>
                  </a:cubicBezTo>
                  <a:cubicBezTo>
                    <a:pt x="2169" y="69765"/>
                    <a:pt x="0" y="64528"/>
                    <a:pt x="0" y="59067"/>
                  </a:cubicBezTo>
                  <a:lnTo>
                    <a:pt x="0" y="20589"/>
                  </a:lnTo>
                  <a:cubicBezTo>
                    <a:pt x="0" y="9218"/>
                    <a:pt x="9218" y="0"/>
                    <a:pt x="2058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539021" cy="108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1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220573" y="4091476"/>
            <a:ext cx="1092474" cy="222269"/>
            <a:chOff x="0" y="0"/>
            <a:chExt cx="391518" cy="796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1518" cy="79656"/>
            </a:xfrm>
            <a:custGeom>
              <a:avLst/>
              <a:gdLst/>
              <a:ahLst/>
              <a:cxnLst/>
              <a:rect r="r" b="b" t="t" l="l"/>
              <a:pathLst>
                <a:path h="79656" w="391518">
                  <a:moveTo>
                    <a:pt x="28346" y="0"/>
                  </a:moveTo>
                  <a:lnTo>
                    <a:pt x="363172" y="0"/>
                  </a:lnTo>
                  <a:cubicBezTo>
                    <a:pt x="370690" y="0"/>
                    <a:pt x="377900" y="2986"/>
                    <a:pt x="383215" y="8302"/>
                  </a:cubicBezTo>
                  <a:cubicBezTo>
                    <a:pt x="388531" y="13618"/>
                    <a:pt x="391518" y="20828"/>
                    <a:pt x="391518" y="28346"/>
                  </a:cubicBezTo>
                  <a:lnTo>
                    <a:pt x="391518" y="51310"/>
                  </a:lnTo>
                  <a:cubicBezTo>
                    <a:pt x="391518" y="58828"/>
                    <a:pt x="388531" y="66038"/>
                    <a:pt x="383215" y="71354"/>
                  </a:cubicBezTo>
                  <a:cubicBezTo>
                    <a:pt x="377900" y="76670"/>
                    <a:pt x="370690" y="79656"/>
                    <a:pt x="363172" y="79656"/>
                  </a:cubicBezTo>
                  <a:lnTo>
                    <a:pt x="28346" y="79656"/>
                  </a:lnTo>
                  <a:cubicBezTo>
                    <a:pt x="20828" y="79656"/>
                    <a:pt x="13618" y="76670"/>
                    <a:pt x="8302" y="71354"/>
                  </a:cubicBezTo>
                  <a:cubicBezTo>
                    <a:pt x="2986" y="66038"/>
                    <a:pt x="0" y="58828"/>
                    <a:pt x="0" y="51310"/>
                  </a:cubicBezTo>
                  <a:lnTo>
                    <a:pt x="0" y="28346"/>
                  </a:lnTo>
                  <a:cubicBezTo>
                    <a:pt x="0" y="20828"/>
                    <a:pt x="2986" y="13618"/>
                    <a:pt x="8302" y="8302"/>
                  </a:cubicBezTo>
                  <a:cubicBezTo>
                    <a:pt x="13618" y="2986"/>
                    <a:pt x="20828" y="0"/>
                    <a:pt x="2834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391518" cy="108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1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99820" y="4091476"/>
            <a:ext cx="844632" cy="222269"/>
            <a:chOff x="0" y="0"/>
            <a:chExt cx="302697" cy="796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2697" cy="79656"/>
            </a:xfrm>
            <a:custGeom>
              <a:avLst/>
              <a:gdLst/>
              <a:ahLst/>
              <a:cxnLst/>
              <a:rect r="r" b="b" t="t" l="l"/>
              <a:pathLst>
                <a:path h="79656" w="302697">
                  <a:moveTo>
                    <a:pt x="36664" y="0"/>
                  </a:moveTo>
                  <a:lnTo>
                    <a:pt x="266033" y="0"/>
                  </a:lnTo>
                  <a:cubicBezTo>
                    <a:pt x="275757" y="0"/>
                    <a:pt x="285082" y="3863"/>
                    <a:pt x="291958" y="10739"/>
                  </a:cubicBezTo>
                  <a:cubicBezTo>
                    <a:pt x="298834" y="17615"/>
                    <a:pt x="302697" y="26940"/>
                    <a:pt x="302697" y="36664"/>
                  </a:cubicBezTo>
                  <a:lnTo>
                    <a:pt x="302697" y="42992"/>
                  </a:lnTo>
                  <a:cubicBezTo>
                    <a:pt x="302697" y="52716"/>
                    <a:pt x="298834" y="62042"/>
                    <a:pt x="291958" y="68918"/>
                  </a:cubicBezTo>
                  <a:cubicBezTo>
                    <a:pt x="285082" y="75793"/>
                    <a:pt x="275757" y="79656"/>
                    <a:pt x="266033" y="79656"/>
                  </a:cubicBezTo>
                  <a:lnTo>
                    <a:pt x="36664" y="79656"/>
                  </a:lnTo>
                  <a:cubicBezTo>
                    <a:pt x="26940" y="79656"/>
                    <a:pt x="17615" y="75793"/>
                    <a:pt x="10739" y="68918"/>
                  </a:cubicBezTo>
                  <a:cubicBezTo>
                    <a:pt x="3863" y="62042"/>
                    <a:pt x="0" y="52716"/>
                    <a:pt x="0" y="42992"/>
                  </a:cubicBezTo>
                  <a:lnTo>
                    <a:pt x="0" y="36664"/>
                  </a:lnTo>
                  <a:cubicBezTo>
                    <a:pt x="0" y="26940"/>
                    <a:pt x="3863" y="17615"/>
                    <a:pt x="10739" y="10739"/>
                  </a:cubicBezTo>
                  <a:cubicBezTo>
                    <a:pt x="17615" y="3863"/>
                    <a:pt x="26940" y="0"/>
                    <a:pt x="36664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302697" cy="108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1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220573" y="4380420"/>
            <a:ext cx="1216747" cy="222269"/>
            <a:chOff x="0" y="0"/>
            <a:chExt cx="436055" cy="796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6055" cy="79656"/>
            </a:xfrm>
            <a:custGeom>
              <a:avLst/>
              <a:gdLst/>
              <a:ahLst/>
              <a:cxnLst/>
              <a:rect r="r" b="b" t="t" l="l"/>
              <a:pathLst>
                <a:path h="79656" w="436055">
                  <a:moveTo>
                    <a:pt x="25451" y="0"/>
                  </a:moveTo>
                  <a:lnTo>
                    <a:pt x="410604" y="0"/>
                  </a:lnTo>
                  <a:cubicBezTo>
                    <a:pt x="417354" y="0"/>
                    <a:pt x="423827" y="2681"/>
                    <a:pt x="428600" y="7454"/>
                  </a:cubicBezTo>
                  <a:cubicBezTo>
                    <a:pt x="433373" y="12228"/>
                    <a:pt x="436055" y="18701"/>
                    <a:pt x="436055" y="25451"/>
                  </a:cubicBezTo>
                  <a:lnTo>
                    <a:pt x="436055" y="54205"/>
                  </a:lnTo>
                  <a:cubicBezTo>
                    <a:pt x="436055" y="60955"/>
                    <a:pt x="433373" y="67429"/>
                    <a:pt x="428600" y="72202"/>
                  </a:cubicBezTo>
                  <a:cubicBezTo>
                    <a:pt x="423827" y="76975"/>
                    <a:pt x="417354" y="79656"/>
                    <a:pt x="410604" y="79656"/>
                  </a:cubicBezTo>
                  <a:lnTo>
                    <a:pt x="25451" y="79656"/>
                  </a:lnTo>
                  <a:cubicBezTo>
                    <a:pt x="18701" y="79656"/>
                    <a:pt x="12228" y="76975"/>
                    <a:pt x="7454" y="72202"/>
                  </a:cubicBezTo>
                  <a:cubicBezTo>
                    <a:pt x="2681" y="67429"/>
                    <a:pt x="0" y="60955"/>
                    <a:pt x="0" y="54205"/>
                  </a:cubicBezTo>
                  <a:lnTo>
                    <a:pt x="0" y="25451"/>
                  </a:lnTo>
                  <a:cubicBezTo>
                    <a:pt x="0" y="18701"/>
                    <a:pt x="2681" y="12228"/>
                    <a:pt x="7454" y="7454"/>
                  </a:cubicBezTo>
                  <a:cubicBezTo>
                    <a:pt x="12228" y="2681"/>
                    <a:pt x="18701" y="0"/>
                    <a:pt x="25451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36055" cy="108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12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220573" y="4669364"/>
            <a:ext cx="1365030" cy="222269"/>
            <a:chOff x="0" y="0"/>
            <a:chExt cx="489196" cy="796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9196" cy="79656"/>
            </a:xfrm>
            <a:custGeom>
              <a:avLst/>
              <a:gdLst/>
              <a:ahLst/>
              <a:cxnLst/>
              <a:rect r="r" b="b" t="t" l="l"/>
              <a:pathLst>
                <a:path h="79656" w="489196">
                  <a:moveTo>
                    <a:pt x="22686" y="0"/>
                  </a:moveTo>
                  <a:lnTo>
                    <a:pt x="466510" y="0"/>
                  </a:lnTo>
                  <a:cubicBezTo>
                    <a:pt x="479039" y="0"/>
                    <a:pt x="489196" y="10157"/>
                    <a:pt x="489196" y="22686"/>
                  </a:cubicBezTo>
                  <a:lnTo>
                    <a:pt x="489196" y="56970"/>
                  </a:lnTo>
                  <a:cubicBezTo>
                    <a:pt x="489196" y="62987"/>
                    <a:pt x="486806" y="68757"/>
                    <a:pt x="482551" y="73012"/>
                  </a:cubicBezTo>
                  <a:cubicBezTo>
                    <a:pt x="478297" y="77266"/>
                    <a:pt x="472526" y="79656"/>
                    <a:pt x="466510" y="79656"/>
                  </a:cubicBezTo>
                  <a:lnTo>
                    <a:pt x="22686" y="79656"/>
                  </a:lnTo>
                  <a:cubicBezTo>
                    <a:pt x="16670" y="79656"/>
                    <a:pt x="10899" y="77266"/>
                    <a:pt x="6645" y="73012"/>
                  </a:cubicBezTo>
                  <a:cubicBezTo>
                    <a:pt x="2390" y="68757"/>
                    <a:pt x="0" y="62987"/>
                    <a:pt x="0" y="56970"/>
                  </a:cubicBezTo>
                  <a:lnTo>
                    <a:pt x="0" y="22686"/>
                  </a:lnTo>
                  <a:cubicBezTo>
                    <a:pt x="0" y="10157"/>
                    <a:pt x="10157" y="0"/>
                    <a:pt x="2268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89196" cy="108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120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362811" y="1696316"/>
            <a:ext cx="132478" cy="132478"/>
          </a:xfrm>
          <a:custGeom>
            <a:avLst/>
            <a:gdLst/>
            <a:ahLst/>
            <a:cxnLst/>
            <a:rect r="r" b="b" t="t" l="l"/>
            <a:pathLst>
              <a:path h="132478" w="132478">
                <a:moveTo>
                  <a:pt x="0" y="0"/>
                </a:moveTo>
                <a:lnTo>
                  <a:pt x="132478" y="0"/>
                </a:lnTo>
                <a:lnTo>
                  <a:pt x="132478" y="132479"/>
                </a:lnTo>
                <a:lnTo>
                  <a:pt x="0" y="1324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5224021" y="1666571"/>
            <a:ext cx="129030" cy="155971"/>
          </a:xfrm>
          <a:custGeom>
            <a:avLst/>
            <a:gdLst/>
            <a:ahLst/>
            <a:cxnLst/>
            <a:rect r="r" b="b" t="t" l="l"/>
            <a:pathLst>
              <a:path h="155971" w="129030">
                <a:moveTo>
                  <a:pt x="0" y="0"/>
                </a:moveTo>
                <a:lnTo>
                  <a:pt x="129030" y="0"/>
                </a:lnTo>
                <a:lnTo>
                  <a:pt x="129030" y="155971"/>
                </a:lnTo>
                <a:lnTo>
                  <a:pt x="0" y="1559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5225581" y="2898810"/>
            <a:ext cx="128946" cy="128946"/>
          </a:xfrm>
          <a:custGeom>
            <a:avLst/>
            <a:gdLst/>
            <a:ahLst/>
            <a:cxnLst/>
            <a:rect r="r" b="b" t="t" l="l"/>
            <a:pathLst>
              <a:path h="128946" w="128946">
                <a:moveTo>
                  <a:pt x="0" y="0"/>
                </a:moveTo>
                <a:lnTo>
                  <a:pt x="128947" y="0"/>
                </a:lnTo>
                <a:lnTo>
                  <a:pt x="128947" y="128947"/>
                </a:lnTo>
                <a:lnTo>
                  <a:pt x="0" y="1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5220573" y="6902751"/>
            <a:ext cx="130918" cy="130918"/>
          </a:xfrm>
          <a:custGeom>
            <a:avLst/>
            <a:gdLst/>
            <a:ahLst/>
            <a:cxnLst/>
            <a:rect r="r" b="b" t="t" l="l"/>
            <a:pathLst>
              <a:path h="130918" w="130918">
                <a:moveTo>
                  <a:pt x="0" y="0"/>
                </a:moveTo>
                <a:lnTo>
                  <a:pt x="130918" y="0"/>
                </a:lnTo>
                <a:lnTo>
                  <a:pt x="130918" y="130918"/>
                </a:lnTo>
                <a:lnTo>
                  <a:pt x="0" y="13091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5220573" y="8147116"/>
            <a:ext cx="130918" cy="130918"/>
          </a:xfrm>
          <a:custGeom>
            <a:avLst/>
            <a:gdLst/>
            <a:ahLst/>
            <a:cxnLst/>
            <a:rect r="r" b="b" t="t" l="l"/>
            <a:pathLst>
              <a:path h="130918" w="130918">
                <a:moveTo>
                  <a:pt x="0" y="0"/>
                </a:moveTo>
                <a:lnTo>
                  <a:pt x="130918" y="0"/>
                </a:lnTo>
                <a:lnTo>
                  <a:pt x="130918" y="130918"/>
                </a:lnTo>
                <a:lnTo>
                  <a:pt x="0" y="13091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5225581" y="5293722"/>
            <a:ext cx="140408" cy="87308"/>
          </a:xfrm>
          <a:custGeom>
            <a:avLst/>
            <a:gdLst/>
            <a:ahLst/>
            <a:cxnLst/>
            <a:rect r="r" b="b" t="t" l="l"/>
            <a:pathLst>
              <a:path h="87308" w="140408">
                <a:moveTo>
                  <a:pt x="0" y="0"/>
                </a:moveTo>
                <a:lnTo>
                  <a:pt x="140408" y="0"/>
                </a:lnTo>
                <a:lnTo>
                  <a:pt x="140408" y="87308"/>
                </a:lnTo>
                <a:lnTo>
                  <a:pt x="0" y="8730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362811" y="449677"/>
            <a:ext cx="5641615" cy="33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8"/>
              </a:lnSpc>
            </a:pPr>
            <a:r>
              <a:rPr lang="en-US" b="true" sz="2598" spc="-77">
                <a:solidFill>
                  <a:srgbClr val="0F17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Harper Russo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424408" y="2172417"/>
            <a:ext cx="1405073" cy="14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20"/>
              </a:lnSpc>
              <a:spcBef>
                <a:spcPct val="0"/>
              </a:spcBef>
            </a:pPr>
            <a:r>
              <a:rPr lang="en-US" b="true" sz="800" spc="-20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harper.russo@email.com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424408" y="2382770"/>
            <a:ext cx="1405073" cy="279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20"/>
              </a:lnSpc>
              <a:spcBef>
                <a:spcPct val="0"/>
              </a:spcBef>
            </a:pPr>
            <a:r>
              <a:rPr lang="en-US" b="true" sz="800" spc="-20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linkedin.com/in/harperrusso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978721" y="864473"/>
            <a:ext cx="2222964" cy="14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260"/>
              </a:lnSpc>
              <a:spcBef>
                <a:spcPct val="0"/>
              </a:spcBef>
            </a:pPr>
            <a:r>
              <a:rPr lang="en-US" b="true" sz="900" spc="-22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San Francisco, CA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424408" y="1962064"/>
            <a:ext cx="1405073" cy="14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20"/>
              </a:lnSpc>
              <a:spcBef>
                <a:spcPct val="0"/>
              </a:spcBef>
            </a:pPr>
            <a:r>
              <a:rPr lang="en-US" b="true" sz="800" spc="-20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+1 (555) 123-4567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62811" y="805158"/>
            <a:ext cx="3005310" cy="23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18"/>
              </a:lnSpc>
              <a:spcBef>
                <a:spcPct val="0"/>
              </a:spcBef>
            </a:pPr>
            <a:r>
              <a:rPr lang="en-US" b="true" sz="1299">
                <a:solidFill>
                  <a:srgbClr val="2563E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Software Engineer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66646" y="3119080"/>
            <a:ext cx="2538868" cy="14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  <a:spcBef>
                <a:spcPct val="0"/>
              </a:spcBef>
            </a:pPr>
            <a:r>
              <a:rPr lang="en-US" b="true" sz="900" spc="45">
                <a:solidFill>
                  <a:srgbClr val="94A3B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EXPERIENCE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424408" y="2895171"/>
            <a:ext cx="1777277" cy="14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  <a:spcBef>
                <a:spcPct val="0"/>
              </a:spcBef>
            </a:pPr>
            <a:r>
              <a:rPr lang="en-US" b="true" sz="900" spc="45">
                <a:solidFill>
                  <a:srgbClr val="94A3B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SKILLS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66646" y="1682779"/>
            <a:ext cx="2538868" cy="14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  <a:spcBef>
                <a:spcPct val="0"/>
              </a:spcBef>
            </a:pPr>
            <a:r>
              <a:rPr lang="en-US" b="true" sz="900" spc="45">
                <a:solidFill>
                  <a:srgbClr val="94A3B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SUMMARY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424408" y="1682779"/>
            <a:ext cx="1837822" cy="14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  <a:spcBef>
                <a:spcPct val="0"/>
              </a:spcBef>
            </a:pPr>
            <a:r>
              <a:rPr lang="en-US" b="true" sz="900" spc="45">
                <a:solidFill>
                  <a:srgbClr val="94A3B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CONTACT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424408" y="5253557"/>
            <a:ext cx="1837822" cy="14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  <a:spcBef>
                <a:spcPct val="0"/>
              </a:spcBef>
            </a:pPr>
            <a:r>
              <a:rPr lang="en-US" b="true" sz="900" spc="45">
                <a:solidFill>
                  <a:srgbClr val="94A3B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TOOLS &amp; TECHNOLOGIES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424408" y="8128756"/>
            <a:ext cx="1837822" cy="14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  <a:spcBef>
                <a:spcPct val="0"/>
              </a:spcBef>
            </a:pPr>
            <a:r>
              <a:rPr lang="en-US" b="true" sz="900" spc="45">
                <a:solidFill>
                  <a:srgbClr val="94A3B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REFERENCES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424408" y="6894632"/>
            <a:ext cx="1837822" cy="14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  <a:spcBef>
                <a:spcPct val="0"/>
              </a:spcBef>
            </a:pPr>
            <a:r>
              <a:rPr lang="en-US" b="true" sz="900" spc="45">
                <a:solidFill>
                  <a:srgbClr val="94A3B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CERTIFICATIONS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62811" y="1923964"/>
            <a:ext cx="4208292" cy="824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10"/>
              </a:lnSpc>
            </a:pPr>
            <a:r>
              <a:rPr lang="en-US" b="true" sz="900">
                <a:solidFill>
                  <a:srgbClr val="4B55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Results-driven Software Engineer with 10+ years of experience building scalable web applications and cloud-based solutions. Proven ability to lead cross-functional teams, optimize system performance, and deliver high-quality code following best practices.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62811" y="3391482"/>
            <a:ext cx="3674024" cy="23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8"/>
              </a:lnSpc>
              <a:spcBef>
                <a:spcPct val="0"/>
              </a:spcBef>
            </a:pPr>
            <a:r>
              <a:rPr lang="en-US" b="true" sz="1299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Senior Software Engineer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62811" y="5098235"/>
            <a:ext cx="3674024" cy="23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8"/>
              </a:lnSpc>
              <a:spcBef>
                <a:spcPct val="0"/>
              </a:spcBef>
            </a:pPr>
            <a:r>
              <a:rPr lang="en-US" b="true" sz="1299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Software Engineer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62811" y="6809381"/>
            <a:ext cx="3674024" cy="23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8"/>
              </a:lnSpc>
              <a:spcBef>
                <a:spcPct val="0"/>
              </a:spcBef>
            </a:pPr>
            <a:r>
              <a:rPr lang="en-US" b="true" sz="1299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62811" y="8344711"/>
            <a:ext cx="3674024" cy="23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8"/>
              </a:lnSpc>
              <a:spcBef>
                <a:spcPct val="0"/>
              </a:spcBef>
            </a:pPr>
            <a:r>
              <a:rPr lang="en-US" b="true" sz="1299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Education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62811" y="3827748"/>
            <a:ext cx="4208292" cy="68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350"/>
              </a:lnSpc>
            </a:pPr>
            <a:r>
              <a:rPr lang="en-US" sz="90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Led development of microservices architecture serving 10M+ daily users.</a:t>
            </a:r>
          </a:p>
          <a:p>
            <a:pPr algn="just" marL="0" indent="0" lvl="0">
              <a:lnSpc>
                <a:spcPts val="1350"/>
              </a:lnSpc>
            </a:pPr>
            <a:r>
              <a:rPr lang="en-US" sz="90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Designed and implemented real-time data processing pipelines using GCP.</a:t>
            </a:r>
          </a:p>
          <a:p>
            <a:pPr algn="just" marL="0" indent="0" lvl="0">
              <a:lnSpc>
                <a:spcPts val="1350"/>
              </a:lnSpc>
            </a:pPr>
            <a:r>
              <a:rPr lang="en-US" sz="90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Mentored junior engineers and established code review best practices.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362811" y="5538895"/>
            <a:ext cx="4208292" cy="50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350"/>
              </a:lnSpc>
            </a:pPr>
            <a:r>
              <a:rPr lang="en-US" sz="90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Built scalable React applications with 99.9% uptime.</a:t>
            </a:r>
          </a:p>
          <a:p>
            <a:pPr algn="just" marL="0" indent="0" lvl="0">
              <a:lnSpc>
                <a:spcPts val="1350"/>
              </a:lnSpc>
            </a:pPr>
            <a:r>
              <a:rPr lang="en-US" sz="90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Optimized database queries reducing load times by 40%.</a:t>
            </a:r>
          </a:p>
          <a:p>
            <a:pPr algn="just" marL="0" indent="0" lvl="0">
              <a:lnSpc>
                <a:spcPts val="1350"/>
              </a:lnSpc>
            </a:pPr>
            <a:r>
              <a:rPr lang="en-US" sz="90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Collaborated with product teams to deliver features on schedule.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62811" y="7245647"/>
            <a:ext cx="4208292" cy="50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350"/>
              </a:lnSpc>
            </a:pPr>
            <a:r>
              <a:rPr lang="en-US" sz="90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Core contributor to popular React component library (5K+ GitHub stars).</a:t>
            </a:r>
          </a:p>
          <a:p>
            <a:pPr algn="just" marL="0" indent="0" lvl="0">
              <a:lnSpc>
                <a:spcPts val="1350"/>
              </a:lnSpc>
            </a:pPr>
            <a:r>
              <a:rPr lang="en-US" sz="90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Developed CLI tool for automated deployment workflows.</a:t>
            </a:r>
          </a:p>
          <a:p>
            <a:pPr algn="just" marL="0" indent="0" lvl="0">
              <a:lnSpc>
                <a:spcPts val="1350"/>
              </a:lnSpc>
            </a:pPr>
            <a:r>
              <a:rPr lang="en-US" sz="90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Maintained documentation and supported community issues.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362811" y="8780977"/>
            <a:ext cx="4208292" cy="50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350"/>
              </a:lnSpc>
            </a:pPr>
            <a:r>
              <a:rPr lang="en-US" sz="90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Bachelor of Science in Computer Science</a:t>
            </a:r>
          </a:p>
          <a:p>
            <a:pPr algn="just" marL="0" indent="0" lvl="0">
              <a:lnSpc>
                <a:spcPts val="1350"/>
              </a:lnSpc>
            </a:pPr>
            <a:r>
              <a:rPr lang="en-US" sz="90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Graduated with Honors, GPA: 3.8/4.0</a:t>
            </a:r>
          </a:p>
          <a:p>
            <a:pPr algn="just" marL="0" indent="0" lvl="0">
              <a:lnSpc>
                <a:spcPts val="1350"/>
              </a:lnSpc>
            </a:pPr>
            <a:r>
              <a:rPr lang="en-US" sz="900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Relevant coursework: Algorithms, Distributed Systems, Machine Learning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362811" y="3624109"/>
            <a:ext cx="3674024" cy="14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  <a:spcBef>
                <a:spcPct val="0"/>
              </a:spcBef>
            </a:pPr>
            <a:r>
              <a:rPr lang="en-US" b="true" sz="900">
                <a:solidFill>
                  <a:srgbClr val="2563E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GOOGLE LLC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362811" y="5333183"/>
            <a:ext cx="3674024" cy="14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  <a:spcBef>
                <a:spcPct val="0"/>
              </a:spcBef>
            </a:pPr>
            <a:r>
              <a:rPr lang="en-US" b="true" sz="900">
                <a:solidFill>
                  <a:srgbClr val="2563E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META PLATFORMS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62811" y="7044330"/>
            <a:ext cx="3674024" cy="14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  <a:spcBef>
                <a:spcPct val="0"/>
              </a:spcBef>
            </a:pPr>
            <a:r>
              <a:rPr lang="en-US" b="true" sz="900">
                <a:solidFill>
                  <a:srgbClr val="2563E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OPEN SOURCE CONTRIBUTIONS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362811" y="8579659"/>
            <a:ext cx="3674024" cy="14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  <a:spcBef>
                <a:spcPct val="0"/>
              </a:spcBef>
            </a:pPr>
            <a:r>
              <a:rPr lang="en-US" b="true" sz="900">
                <a:solidFill>
                  <a:srgbClr val="2563E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STANFORD UNIVERSITY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3749909" y="3457954"/>
            <a:ext cx="821194" cy="11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80"/>
              </a:lnSpc>
              <a:spcBef>
                <a:spcPct val="0"/>
              </a:spcBef>
            </a:pPr>
            <a:r>
              <a:rPr lang="en-US" b="true" sz="700" spc="35">
                <a:solidFill>
                  <a:srgbClr val="94A3B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2021 – PRESENT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3749909" y="5164706"/>
            <a:ext cx="821194" cy="11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80"/>
              </a:lnSpc>
              <a:spcBef>
                <a:spcPct val="0"/>
              </a:spcBef>
            </a:pPr>
            <a:r>
              <a:rPr lang="en-US" b="true" sz="700" spc="35">
                <a:solidFill>
                  <a:srgbClr val="94A3B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2018 – 2021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3749909" y="8411183"/>
            <a:ext cx="821194" cy="11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80"/>
              </a:lnSpc>
              <a:spcBef>
                <a:spcPct val="0"/>
              </a:spcBef>
            </a:pPr>
            <a:r>
              <a:rPr lang="en-US" b="true" sz="700" spc="35">
                <a:solidFill>
                  <a:srgbClr val="94A3B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2014 – 2016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5225581" y="3256891"/>
            <a:ext cx="901364" cy="1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0"/>
              </a:lnSpc>
              <a:spcBef>
                <a:spcPct val="0"/>
              </a:spcBef>
            </a:pPr>
            <a:r>
              <a:rPr lang="en-US" b="true" sz="700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JavaScript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6203807" y="3256891"/>
            <a:ext cx="855111" cy="1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0"/>
              </a:lnSpc>
              <a:spcBef>
                <a:spcPct val="0"/>
              </a:spcBef>
            </a:pPr>
            <a:r>
              <a:rPr lang="en-US" b="true" sz="700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Python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225581" y="3550565"/>
            <a:ext cx="864622" cy="1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0"/>
              </a:lnSpc>
              <a:spcBef>
                <a:spcPct val="0"/>
              </a:spcBef>
            </a:pPr>
            <a:r>
              <a:rPr lang="en-US" b="true" sz="700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React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6165455" y="3550565"/>
            <a:ext cx="1185001" cy="1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0"/>
              </a:lnSpc>
              <a:spcBef>
                <a:spcPct val="0"/>
              </a:spcBef>
            </a:pPr>
            <a:r>
              <a:rPr lang="en-US" b="true" sz="700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Node.js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225581" y="3844239"/>
            <a:ext cx="1499050" cy="1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0"/>
              </a:lnSpc>
              <a:spcBef>
                <a:spcPct val="0"/>
              </a:spcBef>
            </a:pPr>
            <a:r>
              <a:rPr lang="en-US" b="true" sz="700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Cloud Architecture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5225581" y="4133183"/>
            <a:ext cx="1087465" cy="1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0"/>
              </a:lnSpc>
              <a:spcBef>
                <a:spcPct val="0"/>
              </a:spcBef>
            </a:pPr>
            <a:r>
              <a:rPr lang="en-US" b="true" sz="700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System Design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6399820" y="4133183"/>
            <a:ext cx="844632" cy="1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0"/>
              </a:lnSpc>
              <a:spcBef>
                <a:spcPct val="0"/>
              </a:spcBef>
            </a:pPr>
            <a:r>
              <a:rPr lang="en-US" b="true" sz="700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Agile/Scrum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5225581" y="4422128"/>
            <a:ext cx="1211739" cy="1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0"/>
              </a:lnSpc>
              <a:spcBef>
                <a:spcPct val="0"/>
              </a:spcBef>
            </a:pPr>
            <a:r>
              <a:rPr lang="en-US" b="true" sz="700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CI/CD Pipelines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5225581" y="4711072"/>
            <a:ext cx="1360022" cy="1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0"/>
              </a:lnSpc>
              <a:spcBef>
                <a:spcPct val="0"/>
              </a:spcBef>
            </a:pPr>
            <a:r>
              <a:rPr lang="en-US" b="true" sz="700">
                <a:solidFill>
                  <a:srgbClr val="0F17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API Development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5220573" y="5542899"/>
            <a:ext cx="200233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  <a:spcBef>
                <a:spcPct val="0"/>
              </a:spcBef>
            </a:pPr>
            <a:r>
              <a:rPr lang="en-US" b="true" sz="900">
                <a:solidFill>
                  <a:srgbClr val="0F17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Google Cloud Platform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5220573" y="6092982"/>
            <a:ext cx="2002335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  <a:spcBef>
                <a:spcPct val="0"/>
              </a:spcBef>
            </a:pPr>
            <a:r>
              <a:rPr lang="en-US" b="true" sz="900">
                <a:solidFill>
                  <a:srgbClr val="0F17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PostgreSQL, MongoDB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5220573" y="5692338"/>
            <a:ext cx="1706626" cy="14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2"/>
              </a:lnSpc>
              <a:spcBef>
                <a:spcPct val="0"/>
              </a:spcBef>
            </a:pPr>
            <a:r>
              <a:rPr lang="en-US" b="true" sz="787">
                <a:solidFill>
                  <a:srgbClr val="4B55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AWS, Docker, Kubernetes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5220573" y="6242421"/>
            <a:ext cx="1706626" cy="14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2"/>
              </a:lnSpc>
              <a:spcBef>
                <a:spcPct val="0"/>
              </a:spcBef>
            </a:pPr>
            <a:r>
              <a:rPr lang="en-US" b="true" sz="787">
                <a:solidFill>
                  <a:srgbClr val="4B55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GraphQL, REST APIs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5220573" y="5840721"/>
            <a:ext cx="1706626" cy="14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2"/>
              </a:lnSpc>
              <a:spcBef>
                <a:spcPct val="0"/>
              </a:spcBef>
            </a:pPr>
            <a:r>
              <a:rPr lang="en-US" b="true" sz="787">
                <a:solidFill>
                  <a:srgbClr val="2563E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Git, Jenkins, Terraform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5220573" y="6390804"/>
            <a:ext cx="1706626" cy="14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2"/>
              </a:lnSpc>
              <a:spcBef>
                <a:spcPct val="0"/>
              </a:spcBef>
            </a:pPr>
            <a:r>
              <a:rPr lang="en-US" b="true" sz="787">
                <a:solidFill>
                  <a:srgbClr val="2563E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Figma, Jira, Confluence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5220573" y="7186042"/>
            <a:ext cx="1706626" cy="14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  <a:spcBef>
                <a:spcPct val="0"/>
              </a:spcBef>
            </a:pPr>
            <a:r>
              <a:rPr lang="en-US" b="true" sz="9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Google Cloud Professional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5220573" y="7403212"/>
            <a:ext cx="1706626" cy="14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  <a:spcBef>
                <a:spcPct val="0"/>
              </a:spcBef>
            </a:pPr>
            <a:r>
              <a:rPr lang="en-US" b="true" sz="9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AWS Solutions Architect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5220573" y="7618271"/>
            <a:ext cx="1706626" cy="14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  <a:spcBef>
                <a:spcPct val="0"/>
              </a:spcBef>
            </a:pPr>
            <a:r>
              <a:rPr lang="en-US" b="true" sz="9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Certified Scrum Master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5220573" y="8420166"/>
            <a:ext cx="1706626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  <a:spcBef>
                <a:spcPct val="0"/>
              </a:spcBef>
            </a:pPr>
            <a:r>
              <a:rPr lang="en-US" b="true" sz="900">
                <a:solidFill>
                  <a:srgbClr val="0F17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Available upon request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DAHGXotAcS8</dc:identifier>
  <dcterms:modified xsi:type="dcterms:W3CDTF">2011-08-01T06:04:30Z</dcterms:modified>
  <cp:revision>1</cp:revision>
</cp:coreProperties>
</file>