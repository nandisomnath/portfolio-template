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DM Sans Bold" charset="1" panose="00000000000000000000"/>
      <p:regular r:id="rId7"/>
    </p:embeddedFont>
    <p:embeddedFont>
      <p:font typeface="DM Sans" charset="1" panose="00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0378" y="717900"/>
            <a:ext cx="2889735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b="true" sz="1798" spc="35">
                <a:solidFill>
                  <a:srgbClr val="164C78"/>
                </a:solidFill>
                <a:latin typeface="DM Sans Bold"/>
                <a:ea typeface="DM Sans Bold"/>
                <a:cs typeface="DM Sans Bold"/>
                <a:sym typeface="DM Sans Bold"/>
              </a:rPr>
              <a:t>ELEANOR FITZGERALD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0378" y="1051199"/>
            <a:ext cx="2889735" cy="24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</a:pPr>
            <a:r>
              <a:rPr lang="en-US" sz="1399" spc="13">
                <a:solidFill>
                  <a:srgbClr val="164C78"/>
                </a:solidFill>
                <a:latin typeface="DM Sans"/>
                <a:ea typeface="DM Sans"/>
                <a:cs typeface="DM Sans"/>
                <a:sym typeface="DM Sans"/>
              </a:rPr>
              <a:t>Web Developer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6000" y="1324884"/>
            <a:ext cx="6052378" cy="20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78"/>
              </a:lnSpc>
            </a:pPr>
            <a:r>
              <a:rPr lang="en-US" sz="1199" spc="11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123 Anywhere St., Any City, ST 12345  •  +123-456-7890  •  hello@reallygreatsite.com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0378" y="1666090"/>
            <a:ext cx="1954065" cy="20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8"/>
              </a:lnSpc>
            </a:pPr>
            <a:r>
              <a:rPr lang="en-US" b="true" sz="1199" spc="11">
                <a:solidFill>
                  <a:srgbClr val="164C78"/>
                </a:solidFill>
                <a:latin typeface="DM Sans Bold"/>
                <a:ea typeface="DM Sans Bold"/>
                <a:cs typeface="DM Sans Bold"/>
                <a:sym typeface="DM Sans Bold"/>
              </a:rPr>
              <a:t>SUMMARY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9266" y="1994909"/>
            <a:ext cx="5924734" cy="336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Solution-oriented problem solver with 5 years of experience building and maintaining software and software architecture. Highly skilled in communication, collaboration, and technical documentation.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9266" y="3048151"/>
            <a:ext cx="2962367" cy="16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Wardiere Inc.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9266" y="3255823"/>
            <a:ext cx="4489146" cy="16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Web Developer  •  Feb 2029 - Present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9266" y="3456483"/>
            <a:ext cx="5924734" cy="67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Ensure user satisfaction and retention by providing responsive tech support</a:t>
            </a:r>
          </a:p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Build and maintain software documentation sites using various programming languages</a:t>
            </a:r>
          </a:p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Increase productivity by using software to organize, track bug patches and add feature requests</a:t>
            </a:r>
          </a:p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Collaborate with other developers to update the website and create new features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9266" y="4495343"/>
            <a:ext cx="2900734" cy="16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Paucek and Lage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9266" y="4696003"/>
            <a:ext cx="4489146" cy="16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Junior Web Developer  •  Oct 2026 - Dec 2028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9266" y="4896662"/>
            <a:ext cx="5924734" cy="67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Built and maintained websites for clients through various online platforms</a:t>
            </a:r>
          </a:p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Assisted troubleshooting software issues and resolved technical problems</a:t>
            </a:r>
          </a:p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Created and tested applications for websites</a:t>
            </a:r>
          </a:p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Filed reports, gathered information, and performed research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9266" y="6131542"/>
            <a:ext cx="4489146" cy="16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Warner &amp; Spencer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9266" y="6551911"/>
            <a:ext cx="5924734" cy="336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Built an e-commerce website to showcase skincare products</a:t>
            </a:r>
          </a:p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Integrated email marketing software to increase subscribers and promote products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9266" y="7000221"/>
            <a:ext cx="4489146" cy="16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Timmerman Industries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9266" y="7425656"/>
            <a:ext cx="5924734" cy="336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Created a membership site to manage subscriptions and sell digital products</a:t>
            </a:r>
          </a:p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Developed customizable checkout process for seamless customer purchases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9266" y="8466469"/>
            <a:ext cx="4489146" cy="17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1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Bachelor of Computer Science - Software Engineering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9266" y="8268603"/>
            <a:ext cx="4489146" cy="17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1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Really Great University  •  2022 - 2026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9266" y="9146849"/>
            <a:ext cx="5924734" cy="67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Front-end and back-end web development</a:t>
            </a:r>
          </a:p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Code structure and architecture</a:t>
            </a:r>
          </a:p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Web performance optimization</a:t>
            </a:r>
          </a:p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Programming languages (JavaScript, Python, React, Node.js)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9266" y="6341727"/>
            <a:ext cx="5168245" cy="16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Freelance Web Developer  •  Sep 2025 - Nov 2025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9266" y="7215693"/>
            <a:ext cx="5168245" cy="16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</a:pPr>
            <a:r>
              <a:rPr lang="en-US" sz="999" spc="9">
                <a:solidFill>
                  <a:srgbClr val="262626"/>
                </a:solidFill>
                <a:latin typeface="DM Sans"/>
                <a:ea typeface="DM Sans"/>
                <a:cs typeface="DM Sans"/>
                <a:sym typeface="DM Sans"/>
              </a:rPr>
              <a:t>Freelance Web Developer  •  Mar 2024 - May 2024</a:t>
            </a:r>
          </a:p>
        </p:txBody>
      </p:sp>
      <p:sp>
        <p:nvSpPr>
          <p:cNvPr name="AutoShape 22" id="22"/>
          <p:cNvSpPr/>
          <p:nvPr/>
        </p:nvSpPr>
        <p:spPr>
          <a:xfrm rot="0">
            <a:off x="3532954" y="890302"/>
            <a:ext cx="3271046" cy="0"/>
          </a:xfrm>
          <a:prstGeom prst="line">
            <a:avLst/>
          </a:prstGeom>
          <a:ln cap="flat" w="19050">
            <a:solidFill>
              <a:srgbClr val="97BB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rot="0">
            <a:off x="756000" y="1909735"/>
            <a:ext cx="6048000" cy="0"/>
          </a:xfrm>
          <a:prstGeom prst="line">
            <a:avLst/>
          </a:prstGeom>
          <a:ln cap="flat" w="19050">
            <a:solidFill>
              <a:srgbClr val="97BB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764757" y="2671819"/>
            <a:ext cx="1949686" cy="20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8"/>
              </a:lnSpc>
            </a:pPr>
            <a:r>
              <a:rPr lang="en-US" b="true" sz="1199" spc="11">
                <a:solidFill>
                  <a:srgbClr val="164C78"/>
                </a:solidFill>
                <a:latin typeface="DM Sans Bold"/>
                <a:ea typeface="DM Sans Bold"/>
                <a:cs typeface="DM Sans Bold"/>
                <a:sym typeface="DM Sans Bold"/>
              </a:rPr>
              <a:t>EXPERIENCE</a:t>
            </a:r>
          </a:p>
        </p:txBody>
      </p:sp>
      <p:sp>
        <p:nvSpPr>
          <p:cNvPr name="AutoShape 25" id="25"/>
          <p:cNvSpPr/>
          <p:nvPr/>
        </p:nvSpPr>
        <p:spPr>
          <a:xfrm rot="0">
            <a:off x="760378" y="2915463"/>
            <a:ext cx="6048000" cy="0"/>
          </a:xfrm>
          <a:prstGeom prst="line">
            <a:avLst/>
          </a:prstGeom>
          <a:ln cap="flat" w="19050">
            <a:solidFill>
              <a:srgbClr val="97BB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760378" y="5792647"/>
            <a:ext cx="1954065" cy="20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8"/>
              </a:lnSpc>
            </a:pPr>
            <a:r>
              <a:rPr lang="en-US" b="true" sz="1199" spc="11">
                <a:solidFill>
                  <a:srgbClr val="164C78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PROJECTS</a:t>
            </a:r>
          </a:p>
        </p:txBody>
      </p:sp>
      <p:sp>
        <p:nvSpPr>
          <p:cNvPr name="AutoShape 27" id="27"/>
          <p:cNvSpPr/>
          <p:nvPr/>
        </p:nvSpPr>
        <p:spPr>
          <a:xfrm rot="0">
            <a:off x="756000" y="6036292"/>
            <a:ext cx="6048000" cy="0"/>
          </a:xfrm>
          <a:prstGeom prst="line">
            <a:avLst/>
          </a:prstGeom>
          <a:ln cap="flat" w="19050">
            <a:solidFill>
              <a:srgbClr val="97BB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760378" y="7940640"/>
            <a:ext cx="1954065" cy="20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8"/>
              </a:lnSpc>
            </a:pPr>
            <a:r>
              <a:rPr lang="en-US" b="true" sz="1199" spc="11">
                <a:solidFill>
                  <a:srgbClr val="164C78"/>
                </a:solidFill>
                <a:latin typeface="DM Sans Bold"/>
                <a:ea typeface="DM Sans Bold"/>
                <a:cs typeface="DM Sans Bold"/>
                <a:sym typeface="DM Sans Bold"/>
              </a:rPr>
              <a:t>EDUCATION</a:t>
            </a:r>
          </a:p>
        </p:txBody>
      </p:sp>
      <p:sp>
        <p:nvSpPr>
          <p:cNvPr name="AutoShape 29" id="29"/>
          <p:cNvSpPr/>
          <p:nvPr/>
        </p:nvSpPr>
        <p:spPr>
          <a:xfrm rot="0">
            <a:off x="756000" y="8184285"/>
            <a:ext cx="6048000" cy="0"/>
          </a:xfrm>
          <a:prstGeom prst="line">
            <a:avLst/>
          </a:prstGeom>
          <a:ln cap="flat" w="19050">
            <a:solidFill>
              <a:srgbClr val="97BB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760378" y="8788905"/>
            <a:ext cx="1954065" cy="20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8"/>
              </a:lnSpc>
            </a:pPr>
            <a:r>
              <a:rPr lang="en-US" b="true" sz="1199" spc="11">
                <a:solidFill>
                  <a:srgbClr val="164C78"/>
                </a:solidFill>
                <a:latin typeface="DM Sans Bold"/>
                <a:ea typeface="DM Sans Bold"/>
                <a:cs typeface="DM Sans Bold"/>
                <a:sym typeface="DM Sans Bold"/>
              </a:rPr>
              <a:t>SKILLS</a:t>
            </a:r>
          </a:p>
        </p:txBody>
      </p:sp>
      <p:sp>
        <p:nvSpPr>
          <p:cNvPr name="AutoShape 31" id="31"/>
          <p:cNvSpPr/>
          <p:nvPr/>
        </p:nvSpPr>
        <p:spPr>
          <a:xfrm rot="0">
            <a:off x="756000" y="9032549"/>
            <a:ext cx="6048000" cy="0"/>
          </a:xfrm>
          <a:prstGeom prst="line">
            <a:avLst/>
          </a:prstGeom>
          <a:ln cap="flat" w="19050">
            <a:solidFill>
              <a:srgbClr val="97BBD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DAHGXkE8bJg</dc:identifier>
  <dcterms:modified xsi:type="dcterms:W3CDTF">2011-08-01T06:04:30Z</dcterms:modified>
  <cp:revision>1</cp:revision>
</cp:coreProperties>
</file>