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Now Bold" charset="1" panose="00000800000000000000"/>
      <p:regular r:id="rId7"/>
    </p:embeddedFont>
    <p:embeddedFont>
      <p:font typeface="Lato" charset="1" panose="020F0502020204030203"/>
      <p:regular r:id="rId8"/>
    </p:embeddedFont>
    <p:embeddedFont>
      <p:font typeface="Lato Bold" charset="1" panose="020F0502020204030203"/>
      <p:regular r:id="rId9"/>
    </p:embeddedFont>
    <p:embeddedFont>
      <p:font typeface="Now Heavy" charset="1" panose="00000A00000000000000"/>
      <p:regular r:id="rId10"/>
    </p:embeddedFont>
    <p:embeddedFont>
      <p:font typeface="Now" charset="1" panose="00000500000000000000"/>
      <p:regular r:id="rId11"/>
    </p:embeddedFont>
    <p:embeddedFont>
      <p:font typeface="Aileron" charset="1" panose="00000500000000000000"/>
      <p:regular r:id="rId12"/>
    </p:embeddedFont>
    <p:embeddedFont>
      <p:font typeface="Aileron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50637"/>
            <a:ext cx="2334679" cy="9441363"/>
            <a:chOff x="0" y="0"/>
            <a:chExt cx="836696" cy="3383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6696" cy="3383571"/>
            </a:xfrm>
            <a:custGeom>
              <a:avLst/>
              <a:gdLst/>
              <a:ahLst/>
              <a:cxnLst/>
              <a:rect r="r" b="b" t="t" l="l"/>
              <a:pathLst>
                <a:path h="3383571" w="836696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7560000" cy="1788577"/>
            <a:chOff x="0" y="0"/>
            <a:chExt cx="2709333" cy="640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3" cy="640986"/>
            </a:xfrm>
            <a:custGeom>
              <a:avLst/>
              <a:gdLst/>
              <a:ahLst/>
              <a:cxnLst/>
              <a:rect r="r" b="b" t="t" l="l"/>
              <a:pathLst>
                <a:path h="640986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3440" y="63440"/>
              <a:ext cx="2258759" cy="225875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tru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-5470" r="0" b="-44623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254435" y="9039447"/>
            <a:ext cx="1813810" cy="319219"/>
            <a:chOff x="0" y="0"/>
            <a:chExt cx="2418413" cy="42562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241104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b="true" sz="1400" spc="166">
                  <a:solidFill>
                    <a:srgbClr val="323B4C"/>
                  </a:solidFill>
                  <a:latin typeface="Now Bold"/>
                  <a:ea typeface="Now Bold"/>
                  <a:cs typeface="Now Bold"/>
                  <a:sym typeface="Now Bold"/>
                </a:rPr>
                <a:t>REFERENCE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7373" y="308187"/>
              <a:ext cx="2411040" cy="117438"/>
              <a:chOff x="0" y="0"/>
              <a:chExt cx="11733051" cy="571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255270"/>
                <a:ext cx="11733051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11733051">
                    <a:moveTo>
                      <a:pt x="11442221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733051" y="69850"/>
                    </a:lnTo>
                    <a:lnTo>
                      <a:pt x="11733051" y="0"/>
                    </a:lnTo>
                    <a:close/>
                  </a:path>
                </a:pathLst>
              </a:custGeom>
              <a:solidFill>
                <a:srgbClr val="323B4C"/>
              </a:solidFill>
            </p:spPr>
          </p:sp>
        </p:grpSp>
      </p:grpSp>
      <p:grpSp>
        <p:nvGrpSpPr>
          <p:cNvPr name="Group 18" id="18"/>
          <p:cNvGrpSpPr/>
          <p:nvPr/>
        </p:nvGrpSpPr>
        <p:grpSpPr>
          <a:xfrm rot="0">
            <a:off x="259235" y="2963972"/>
            <a:ext cx="1816209" cy="308718"/>
            <a:chOff x="0" y="0"/>
            <a:chExt cx="2421613" cy="41162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573" y="294186"/>
              <a:ext cx="2411040" cy="117438"/>
              <a:chOff x="0" y="0"/>
              <a:chExt cx="11733051" cy="571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255270"/>
                <a:ext cx="11733051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11733051">
                    <a:moveTo>
                      <a:pt x="11442221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733051" y="69850"/>
                    </a:lnTo>
                    <a:lnTo>
                      <a:pt x="11733051" y="0"/>
                    </a:lnTo>
                    <a:close/>
                  </a:path>
                </a:pathLst>
              </a:custGeom>
              <a:solidFill>
                <a:srgbClr val="323B4C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-28575"/>
              <a:ext cx="1930498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b="true" sz="1400" spc="166">
                  <a:solidFill>
                    <a:srgbClr val="323B4C"/>
                  </a:solidFill>
                  <a:latin typeface="Now Bold"/>
                  <a:ea typeface="Now Bold"/>
                  <a:cs typeface="Now Bold"/>
                  <a:sym typeface="Now Bold"/>
                </a:rPr>
                <a:t>CONTACT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9235" y="4906944"/>
            <a:ext cx="1813810" cy="319219"/>
            <a:chOff x="0" y="0"/>
            <a:chExt cx="2418413" cy="42562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7373" y="308187"/>
              <a:ext cx="2411040" cy="117438"/>
              <a:chOff x="0" y="0"/>
              <a:chExt cx="11733051" cy="571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255270"/>
                <a:ext cx="11733051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11733051">
                    <a:moveTo>
                      <a:pt x="11442221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733051" y="69850"/>
                    </a:lnTo>
                    <a:lnTo>
                      <a:pt x="11733051" y="0"/>
                    </a:lnTo>
                    <a:close/>
                  </a:path>
                </a:pathLst>
              </a:custGeom>
              <a:solidFill>
                <a:srgbClr val="323B4C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-28575"/>
              <a:ext cx="241104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b="true" sz="1400" spc="166">
                  <a:solidFill>
                    <a:srgbClr val="323B4C"/>
                  </a:solidFill>
                  <a:latin typeface="Now Bold"/>
                  <a:ea typeface="Now Bold"/>
                  <a:cs typeface="Now Bold"/>
                  <a:sym typeface="Now Bold"/>
                </a:rPr>
                <a:t>SKILLS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9235" y="7583578"/>
            <a:ext cx="1813810" cy="319219"/>
            <a:chOff x="0" y="0"/>
            <a:chExt cx="2418413" cy="42562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7373" y="308187"/>
              <a:ext cx="2411040" cy="117438"/>
              <a:chOff x="0" y="0"/>
              <a:chExt cx="11733051" cy="5715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255270"/>
                <a:ext cx="11733051" cy="69850"/>
              </a:xfrm>
              <a:custGeom>
                <a:avLst/>
                <a:gdLst/>
                <a:ahLst/>
                <a:cxnLst/>
                <a:rect r="r" b="b" t="t" l="l"/>
                <a:pathLst>
                  <a:path h="69850" w="11733051">
                    <a:moveTo>
                      <a:pt x="11442221" y="0"/>
                    </a:moveTo>
                    <a:lnTo>
                      <a:pt x="0" y="0"/>
                    </a:lnTo>
                    <a:lnTo>
                      <a:pt x="0" y="69850"/>
                    </a:lnTo>
                    <a:lnTo>
                      <a:pt x="11733051" y="69850"/>
                    </a:lnTo>
                    <a:lnTo>
                      <a:pt x="11733051" y="0"/>
                    </a:lnTo>
                    <a:close/>
                  </a:path>
                </a:pathLst>
              </a:custGeom>
              <a:solidFill>
                <a:srgbClr val="323B4C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241104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b="true" sz="1400" spc="166">
                  <a:solidFill>
                    <a:srgbClr val="323B4C"/>
                  </a:solidFill>
                  <a:latin typeface="Now Bold"/>
                  <a:ea typeface="Now Bold"/>
                  <a:cs typeface="Now Bold"/>
                  <a:sym typeface="Now Bold"/>
                </a:rPr>
                <a:t>LANGUAGES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5820" y="3331940"/>
            <a:ext cx="1807225" cy="146050"/>
            <a:chOff x="0" y="0"/>
            <a:chExt cx="2409633" cy="1947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13408"/>
              <a:ext cx="166947" cy="181325"/>
            </a:xfrm>
            <a:custGeom>
              <a:avLst/>
              <a:gdLst/>
              <a:ahLst/>
              <a:cxnLst/>
              <a:rect r="r" b="b" t="t" l="l"/>
              <a:pathLst>
                <a:path h="181325" w="166947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2951" t="0" r="0" b="-132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306394" y="-28575"/>
              <a:ext cx="2103239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400"/>
                </a:lnSpc>
                <a:spcBef>
                  <a:spcPct val="0"/>
                </a:spcBef>
              </a:pPr>
              <a:r>
                <a:rPr lang="en-US" sz="1000">
                  <a:solidFill>
                    <a:srgbClr val="323B4C"/>
                  </a:solidFill>
                  <a:latin typeface="Lato"/>
                  <a:ea typeface="Lato"/>
                  <a:cs typeface="Lato"/>
                  <a:sym typeface="Lato"/>
                </a:rPr>
                <a:t>+123-456-7890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5820" y="3673451"/>
            <a:ext cx="1807225" cy="146050"/>
            <a:chOff x="0" y="0"/>
            <a:chExt cx="2409633" cy="1947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35503"/>
              <a:ext cx="172527" cy="123727"/>
            </a:xfrm>
            <a:custGeom>
              <a:avLst/>
              <a:gdLst/>
              <a:ahLst/>
              <a:cxnLst/>
              <a:rect r="r" b="b" t="t" l="l"/>
              <a:pathLst>
                <a:path h="123727" w="172527">
                  <a:moveTo>
                    <a:pt x="0" y="0"/>
                  </a:moveTo>
                  <a:lnTo>
                    <a:pt x="172527" y="0"/>
                  </a:lnTo>
                  <a:lnTo>
                    <a:pt x="172527" y="123727"/>
                  </a:lnTo>
                  <a:lnTo>
                    <a:pt x="0" y="123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306394" y="-28575"/>
              <a:ext cx="2103239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>
                  <a:solidFill>
                    <a:srgbClr val="323B4C"/>
                  </a:solidFill>
                  <a:latin typeface="Lato"/>
                  <a:ea typeface="Lato"/>
                  <a:cs typeface="Lato"/>
                  <a:sym typeface="Lato"/>
                </a:rPr>
                <a:t>hello@reallygreatsite.com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75544" y="4019526"/>
            <a:ext cx="1797501" cy="162269"/>
            <a:chOff x="0" y="0"/>
            <a:chExt cx="2396668" cy="2163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1016" cy="216358"/>
            </a:xfrm>
            <a:custGeom>
              <a:avLst/>
              <a:gdLst/>
              <a:ahLst/>
              <a:cxnLst/>
              <a:rect r="r" b="b" t="t" l="l"/>
              <a:pathLst>
                <a:path h="216358" w="141016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300801" y="0"/>
              <a:ext cx="2095866" cy="202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9"/>
                </a:lnSpc>
              </a:pPr>
              <a:r>
                <a:rPr lang="en-US" sz="999">
                  <a:solidFill>
                    <a:srgbClr val="323B4C"/>
                  </a:solidFill>
                  <a:latin typeface="Lato"/>
                  <a:ea typeface="Lato"/>
                  <a:cs typeface="Lato"/>
                  <a:sym typeface="Lato"/>
                </a:rPr>
                <a:t>123 Anywhere St., Any City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61634" y="4360844"/>
            <a:ext cx="1811410" cy="146050"/>
            <a:chOff x="0" y="0"/>
            <a:chExt cx="2415214" cy="1947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15563"/>
              <a:ext cx="172527" cy="170645"/>
            </a:xfrm>
            <a:custGeom>
              <a:avLst/>
              <a:gdLst/>
              <a:ahLst/>
              <a:cxnLst/>
              <a:rect r="r" b="b" t="t" l="l"/>
              <a:pathLst>
                <a:path h="170645" w="172527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318732" y="-28575"/>
              <a:ext cx="2096482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323B4C"/>
                  </a:solidFill>
                  <a:latin typeface="Lato"/>
                  <a:ea typeface="Lato"/>
                  <a:cs typeface="Lato"/>
                  <a:sym typeface="Lato"/>
                </a:rPr>
                <a:t>www.reallygreatsite.com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004468" y="3977616"/>
            <a:ext cx="4168586" cy="88079"/>
            <a:chOff x="0" y="0"/>
            <a:chExt cx="27047933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255270"/>
              <a:ext cx="27047934" cy="69850"/>
            </a:xfrm>
            <a:custGeom>
              <a:avLst/>
              <a:gdLst/>
              <a:ahLst/>
              <a:cxnLst/>
              <a:rect r="r" b="b" t="t" l="l"/>
              <a:pathLst>
                <a:path h="69850" w="27047934">
                  <a:moveTo>
                    <a:pt x="26757105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7047934" y="69850"/>
                  </a:lnTo>
                  <a:lnTo>
                    <a:pt x="27047934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986610" y="8761530"/>
            <a:ext cx="4195489" cy="88079"/>
            <a:chOff x="0" y="0"/>
            <a:chExt cx="27222488" cy="571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55270"/>
              <a:ext cx="27222487" cy="69850"/>
            </a:xfrm>
            <a:custGeom>
              <a:avLst/>
              <a:gdLst/>
              <a:ahLst/>
              <a:cxnLst/>
              <a:rect r="r" b="b" t="t" l="l"/>
              <a:pathLst>
                <a:path h="69850" w="27222487">
                  <a:moveTo>
                    <a:pt x="2693165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7222487" y="69850"/>
                  </a:lnTo>
                  <a:lnTo>
                    <a:pt x="27222487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004468" y="2474194"/>
            <a:ext cx="4177631" cy="88079"/>
            <a:chOff x="0" y="0"/>
            <a:chExt cx="27106620" cy="5715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255270"/>
              <a:ext cx="27106621" cy="69850"/>
            </a:xfrm>
            <a:custGeom>
              <a:avLst/>
              <a:gdLst/>
              <a:ahLst/>
              <a:cxnLst/>
              <a:rect r="r" b="b" t="t" l="l"/>
              <a:pathLst>
                <a:path h="69850" w="27106621">
                  <a:moveTo>
                    <a:pt x="2681579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7106621" y="69850"/>
                  </a:lnTo>
                  <a:lnTo>
                    <a:pt x="27106621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522126" y="2262104"/>
            <a:ext cx="256129" cy="256129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522126" y="8549440"/>
            <a:ext cx="256129" cy="256129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2591377" y="2321489"/>
            <a:ext cx="117628" cy="137358"/>
          </a:xfrm>
          <a:custGeom>
            <a:avLst/>
            <a:gdLst/>
            <a:ahLst/>
            <a:cxnLst/>
            <a:rect r="r" b="b" t="t" l="l"/>
            <a:pathLst>
              <a:path h="137358" w="117628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2522126" y="3765526"/>
            <a:ext cx="256129" cy="256129"/>
          </a:xfrm>
          <a:custGeom>
            <a:avLst/>
            <a:gdLst/>
            <a:ahLst/>
            <a:cxnLst/>
            <a:rect r="r" b="b" t="t" l="l"/>
            <a:pathLst>
              <a:path h="256129" w="256129">
                <a:moveTo>
                  <a:pt x="0" y="0"/>
                </a:moveTo>
                <a:lnTo>
                  <a:pt x="256130" y="0"/>
                </a:lnTo>
                <a:lnTo>
                  <a:pt x="256130" y="256129"/>
                </a:lnTo>
                <a:lnTo>
                  <a:pt x="0" y="2561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2560713" y="8615521"/>
            <a:ext cx="178956" cy="123967"/>
          </a:xfrm>
          <a:custGeom>
            <a:avLst/>
            <a:gdLst/>
            <a:ahLst/>
            <a:cxnLst/>
            <a:rect r="r" b="b" t="t" l="l"/>
            <a:pathLst>
              <a:path h="123967" w="178956">
                <a:moveTo>
                  <a:pt x="0" y="0"/>
                </a:moveTo>
                <a:lnTo>
                  <a:pt x="178956" y="0"/>
                </a:lnTo>
                <a:lnTo>
                  <a:pt x="178956" y="123967"/>
                </a:lnTo>
                <a:lnTo>
                  <a:pt x="0" y="1239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>
            <a:off x="2650191" y="2518233"/>
            <a:ext cx="0" cy="930413"/>
          </a:xfrm>
          <a:prstGeom prst="line">
            <a:avLst/>
          </a:prstGeom>
          <a:ln cap="flat" w="9525">
            <a:solidFill>
              <a:srgbClr val="323B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2612709" y="2926490"/>
            <a:ext cx="74965" cy="7496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96556" y="9886735"/>
            <a:ext cx="1368216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5"/>
              </a:lnSpc>
            </a:pPr>
            <a:r>
              <a:rPr lang="en-US" sz="900" spc="-2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123-456-7890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89610" y="10074474"/>
            <a:ext cx="1375162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5"/>
              </a:lnSpc>
            </a:pPr>
            <a:r>
              <a:rPr lang="en-US" sz="900" spc="-2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hello@reallygreatsite.com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63420" y="9435945"/>
            <a:ext cx="1805808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spc="-2">
                <a:solidFill>
                  <a:srgbClr val="323B4C"/>
                </a:solidFill>
                <a:latin typeface="Lato Bold"/>
                <a:ea typeface="Lato Bold"/>
                <a:cs typeface="Lato Bold"/>
                <a:sym typeface="Lato Bold"/>
              </a:rPr>
              <a:t>Estelle Darcy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63420" y="9896006"/>
            <a:ext cx="429663" cy="16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7"/>
              </a:lnSpc>
            </a:pPr>
            <a:r>
              <a:rPr lang="en-US" b="true" sz="999" spc="-1">
                <a:solidFill>
                  <a:srgbClr val="323B4C"/>
                </a:solidFill>
                <a:latin typeface="Lato Bold"/>
                <a:ea typeface="Lato Bold"/>
                <a:cs typeface="Lato Bold"/>
                <a:sym typeface="Lato Bold"/>
              </a:rPr>
              <a:t>Phone: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63420" y="10083745"/>
            <a:ext cx="429663" cy="162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47"/>
              </a:lnSpc>
            </a:pPr>
            <a:r>
              <a:rPr lang="en-US" b="true" sz="999" spc="-1">
                <a:solidFill>
                  <a:srgbClr val="323B4C"/>
                </a:solidFill>
                <a:latin typeface="Lato Bold"/>
                <a:ea typeface="Lato Bold"/>
                <a:cs typeface="Lato Bold"/>
                <a:sym typeface="Lato Bold"/>
              </a:rPr>
              <a:t>Email :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63420" y="9663807"/>
            <a:ext cx="1809625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-2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Wardiere Inc. / CTO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3717" y="5207112"/>
            <a:ext cx="1889327" cy="196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Project Management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Public Relations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Teamwork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Time Management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Leadership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Effective Communication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Critical Thinking</a:t>
            </a:r>
          </a:p>
          <a:p>
            <a:pPr algn="l" marL="215901" indent="-107951" lvl="1">
              <a:lnSpc>
                <a:spcPts val="20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Digital Marketing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3717" y="7950422"/>
            <a:ext cx="188932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English (Fluent)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French (Fluent)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German (Basic)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Spanish (Intermediate)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986610" y="629158"/>
            <a:ext cx="4187345" cy="37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2"/>
              </a:lnSpc>
              <a:spcBef>
                <a:spcPct val="0"/>
              </a:spcBef>
            </a:pPr>
            <a:r>
              <a:rPr lang="en-US" b="true" sz="2702">
                <a:solidFill>
                  <a:srgbClr val="FDFDFD"/>
                </a:solidFill>
                <a:latin typeface="Now Heavy"/>
                <a:ea typeface="Now Heavy"/>
                <a:cs typeface="Now Heavy"/>
                <a:sym typeface="Now Heavy"/>
              </a:rPr>
              <a:t>RICHARD SANCHEZ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986610" y="1032256"/>
            <a:ext cx="4195489" cy="23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3"/>
              </a:lnSpc>
              <a:spcBef>
                <a:spcPct val="0"/>
              </a:spcBef>
            </a:pPr>
            <a:r>
              <a:rPr lang="en-US" sz="1438">
                <a:solidFill>
                  <a:srgbClr val="FDFDFD"/>
                </a:solidFill>
                <a:latin typeface="Now"/>
                <a:ea typeface="Now"/>
                <a:cs typeface="Now"/>
                <a:sym typeface="Now"/>
              </a:rPr>
              <a:t>MARKETING MANAGER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3004468" y="3717901"/>
            <a:ext cx="417763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166">
                <a:solidFill>
                  <a:srgbClr val="323B4C"/>
                </a:solidFill>
                <a:latin typeface="Now Bold"/>
                <a:ea typeface="Now Bold"/>
                <a:cs typeface="Now Bold"/>
                <a:sym typeface="Now Bold"/>
              </a:rPr>
              <a:t>WORK EXPERIENCE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982156" y="8501815"/>
            <a:ext cx="419994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166">
                <a:solidFill>
                  <a:srgbClr val="323B4C"/>
                </a:solidFill>
                <a:latin typeface="Now Bold"/>
                <a:ea typeface="Now Bold"/>
                <a:cs typeface="Now Bold"/>
                <a:sym typeface="Now Bold"/>
              </a:rPr>
              <a:t>EDUCATION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004468" y="2233529"/>
            <a:ext cx="417763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166">
                <a:solidFill>
                  <a:srgbClr val="323B4C"/>
                </a:solidFill>
                <a:latin typeface="Now Bold"/>
                <a:ea typeface="Now Bold"/>
                <a:cs typeface="Now Bold"/>
                <a:sym typeface="Now Bold"/>
              </a:rPr>
              <a:t>PROFILE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004468" y="2597746"/>
            <a:ext cx="417763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elit, sed do eiusmod tempor incididunt ut labore et dolore magna aliqua. Ut enim ad minim veniam quis nostrud exercitation. </a:t>
            </a:r>
            <a:r>
              <a:rPr lang="en-US" sz="999">
                <a:solidFill>
                  <a:srgbClr val="323B4C"/>
                </a:solidFill>
                <a:latin typeface="Lato"/>
                <a:ea typeface="Lato"/>
                <a:cs typeface="Lato"/>
                <a:sym typeface="Lato"/>
              </a:rPr>
              <a:t>Lorem ipsum dolor sit amet, consectetur adipiscing elit, sed do eiusmod tempor incididunt ut labore et dolore magna aliqua. Ut enim ad minim veniam quis nostrud exercitation.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993378" y="4138279"/>
            <a:ext cx="1179676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2030 - PRESENT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004468" y="4094269"/>
            <a:ext cx="1957265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Borcelle Studio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04468" y="4287504"/>
            <a:ext cx="248368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Marketing Manager &amp; Specialist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909165" y="5634339"/>
            <a:ext cx="1263889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 2025 -  2029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3004468" y="5634339"/>
            <a:ext cx="1967029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Fauget Studio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004468" y="5827573"/>
            <a:ext cx="2423623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Marketing Manager &amp; Specialist</a:t>
            </a: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974055" y="7002958"/>
            <a:ext cx="1198998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 2024 - 2025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004468" y="7002958"/>
            <a:ext cx="194611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Studio Shodwe</a:t>
            </a: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004468" y="7196193"/>
            <a:ext cx="2228818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Marketing Manager &amp; Specialist</a:t>
            </a: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004468" y="4573889"/>
            <a:ext cx="416858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Develop and execute comprehensive marketing strategies and campaigns that align with the company's goals and objectives.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Lead, mentor, and manage a high-performing marketing team, fostering a collaborative and results-driven work environment.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Monitor brand consistency across marketing channels and materials.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04468" y="6113959"/>
            <a:ext cx="41685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Create and manage the marketing budget, ensuring efficient allocation of resources and optimizing ROI.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Oversee market research to identify emerging trends, customer needs, and competitor strategies.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004468" y="7508040"/>
            <a:ext cx="416858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Develop and maintain strong relationships with partners, agencies, and vendors to support marketing initiatives.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Monitor and maintain brand consistency across all marketing channels and materials.</a:t>
            </a:r>
          </a:p>
        </p:txBody>
      </p:sp>
      <p:sp>
        <p:nvSpPr>
          <p:cNvPr name="AutoShape 87" id="87"/>
          <p:cNvSpPr/>
          <p:nvPr/>
        </p:nvSpPr>
        <p:spPr>
          <a:xfrm>
            <a:off x="2650191" y="4021655"/>
            <a:ext cx="0" cy="4175360"/>
          </a:xfrm>
          <a:prstGeom prst="line">
            <a:avLst/>
          </a:prstGeom>
          <a:ln cap="flat" w="9525">
            <a:solidFill>
              <a:srgbClr val="323B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2612709" y="4166642"/>
            <a:ext cx="74965" cy="74965"/>
            <a:chOff x="0" y="0"/>
            <a:chExt cx="812800" cy="812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612709" y="5706711"/>
            <a:ext cx="74965" cy="74965"/>
            <a:chOff x="0" y="0"/>
            <a:chExt cx="812800" cy="812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612709" y="7067076"/>
            <a:ext cx="74965" cy="74965"/>
            <a:chOff x="0" y="0"/>
            <a:chExt cx="812800" cy="812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6120511" y="8963908"/>
            <a:ext cx="1052543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2029 - 2031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004468" y="8963908"/>
            <a:ext cx="3116043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Master of Business Management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004468" y="9157143"/>
            <a:ext cx="3116043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School of business | Wardiere University</a:t>
            </a:r>
          </a:p>
        </p:txBody>
      </p:sp>
      <p:sp>
        <p:nvSpPr>
          <p:cNvPr name="AutoShape 100" id="100"/>
          <p:cNvSpPr/>
          <p:nvPr/>
        </p:nvSpPr>
        <p:spPr>
          <a:xfrm flipH="true">
            <a:off x="2650191" y="8805569"/>
            <a:ext cx="0" cy="1471274"/>
          </a:xfrm>
          <a:prstGeom prst="line">
            <a:avLst/>
          </a:prstGeom>
          <a:ln cap="flat" w="9525">
            <a:solidFill>
              <a:srgbClr val="323B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1" id="101"/>
          <p:cNvSpPr txBox="true"/>
          <p:nvPr/>
        </p:nvSpPr>
        <p:spPr>
          <a:xfrm rot="0">
            <a:off x="6120511" y="9701338"/>
            <a:ext cx="1030232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2025 - 2029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982156" y="9701338"/>
            <a:ext cx="313835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Bachelor of Business Management</a:t>
            </a:r>
            <a:r>
              <a:rPr lang="en-US" sz="1100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982156" y="9894573"/>
            <a:ext cx="313835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School of business | Wardiere University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982156" y="10085708"/>
            <a:ext cx="313835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GPA: </a:t>
            </a: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3.8 / 4.0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004468" y="9338753"/>
            <a:ext cx="3116043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true">
                <a:solidFill>
                  <a:srgbClr val="323B4C"/>
                </a:solidFill>
                <a:latin typeface="Aileron Bold"/>
                <a:ea typeface="Aileron Bold"/>
                <a:cs typeface="Aileron Bold"/>
                <a:sym typeface="Aileron Bold"/>
              </a:rPr>
              <a:t>GPA:</a:t>
            </a:r>
            <a:r>
              <a:rPr lang="en-US" sz="1099">
                <a:solidFill>
                  <a:srgbClr val="323B4C"/>
                </a:solidFill>
                <a:latin typeface="Aileron"/>
                <a:ea typeface="Aileron"/>
                <a:cs typeface="Aileron"/>
                <a:sym typeface="Aileron"/>
              </a:rPr>
              <a:t> 3.8 / 4.0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612709" y="9028026"/>
            <a:ext cx="74965" cy="74965"/>
            <a:chOff x="0" y="0"/>
            <a:chExt cx="812800" cy="8128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2612709" y="9773711"/>
            <a:ext cx="74965" cy="74965"/>
            <a:chOff x="0" y="0"/>
            <a:chExt cx="812800" cy="8128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>
              <a:solidFill>
                <a:srgbClr val="323B4C"/>
              </a:solidFill>
              <a:prstDash val="solid"/>
              <a:miter/>
            </a:ln>
          </p:spPr>
        </p:sp>
        <p:sp>
          <p:nvSpPr>
            <p:cNvPr name="TextBox 111" id="1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DAHGXu27Cow</dc:identifier>
  <dcterms:modified xsi:type="dcterms:W3CDTF">2011-08-01T06:04:30Z</dcterms:modified>
  <cp:revision>1</cp:revision>
  <dc:title>Blue and Gray Simple Professional CV Resume</dc:title>
</cp:coreProperties>
</file>