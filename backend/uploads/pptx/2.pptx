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Cloud" charset="1" panose="02000000000000000000"/>
      <p:regular r:id="rId7"/>
    </p:embeddedFont>
    <p:embeddedFont>
      <p:font typeface="ไอติม" charset="1" panose="00000500000000000000"/>
      <p:regular r:id="rId8"/>
    </p:embeddedFont>
    <p:embeddedFont>
      <p:font typeface="Cloud Italics" charset="1" panose="02000000000000000000"/>
      <p:regular r:id="rId9"/>
    </p:embeddedFont>
    <p:embeddedFont>
      <p:font typeface="Cloud Bold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803" y="5637098"/>
            <a:ext cx="1200912" cy="121633"/>
          </a:xfrm>
          <a:custGeom>
            <a:avLst/>
            <a:gdLst/>
            <a:ahLst/>
            <a:cxnLst/>
            <a:rect r="r" b="b" t="t" l="l"/>
            <a:pathLst>
              <a:path h="121633" w="1200912">
                <a:moveTo>
                  <a:pt x="0" y="0"/>
                </a:moveTo>
                <a:lnTo>
                  <a:pt x="1200912" y="0"/>
                </a:lnTo>
                <a:lnTo>
                  <a:pt x="1200912" y="121633"/>
                </a:lnTo>
                <a:lnTo>
                  <a:pt x="0" y="12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88559">
            <a:off x="-863937" y="1154303"/>
            <a:ext cx="1727873" cy="2490628"/>
          </a:xfrm>
          <a:custGeom>
            <a:avLst/>
            <a:gdLst/>
            <a:ahLst/>
            <a:cxnLst/>
            <a:rect r="r" b="b" t="t" l="l"/>
            <a:pathLst>
              <a:path h="2490628" w="1727873">
                <a:moveTo>
                  <a:pt x="0" y="0"/>
                </a:moveTo>
                <a:lnTo>
                  <a:pt x="1727874" y="0"/>
                </a:lnTo>
                <a:lnTo>
                  <a:pt x="1727874" y="2490628"/>
                </a:lnTo>
                <a:lnTo>
                  <a:pt x="0" y="249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275" y="1437211"/>
            <a:ext cx="1688528" cy="171021"/>
          </a:xfrm>
          <a:custGeom>
            <a:avLst/>
            <a:gdLst/>
            <a:ahLst/>
            <a:cxnLst/>
            <a:rect r="r" b="b" t="t" l="l"/>
            <a:pathLst>
              <a:path h="171021" w="1688528">
                <a:moveTo>
                  <a:pt x="0" y="0"/>
                </a:moveTo>
                <a:lnTo>
                  <a:pt x="1688528" y="0"/>
                </a:lnTo>
                <a:lnTo>
                  <a:pt x="1688528" y="171020"/>
                </a:lnTo>
                <a:lnTo>
                  <a:pt x="0" y="17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2404" y="1503456"/>
            <a:ext cx="6835191" cy="8833706"/>
            <a:chOff x="0" y="0"/>
            <a:chExt cx="1723664" cy="2227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3666" cy="2227640"/>
            </a:xfrm>
            <a:custGeom>
              <a:avLst/>
              <a:gdLst/>
              <a:ahLst/>
              <a:cxnLst/>
              <a:rect r="r" b="b" t="t" l="l"/>
              <a:pathLst>
                <a:path h="2227640" w="1723666">
                  <a:moveTo>
                    <a:pt x="1622179" y="0"/>
                  </a:moveTo>
                  <a:lnTo>
                    <a:pt x="782545" y="0"/>
                  </a:lnTo>
                  <a:cubicBezTo>
                    <a:pt x="726496" y="0"/>
                    <a:pt x="681059" y="45437"/>
                    <a:pt x="681059" y="101486"/>
                  </a:cubicBezTo>
                  <a:lnTo>
                    <a:pt x="681059" y="494266"/>
                  </a:lnTo>
                  <a:cubicBezTo>
                    <a:pt x="681059" y="521182"/>
                    <a:pt x="670367" y="546996"/>
                    <a:pt x="651335" y="566028"/>
                  </a:cubicBezTo>
                  <a:cubicBezTo>
                    <a:pt x="632303" y="585061"/>
                    <a:pt x="606489" y="595753"/>
                    <a:pt x="579573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111105" y="2227640"/>
                  </a:lnTo>
                  <a:cubicBezTo>
                    <a:pt x="1167154" y="2227640"/>
                    <a:pt x="1212591" y="2182203"/>
                    <a:pt x="1212591" y="2126154"/>
                  </a:cubicBezTo>
                  <a:lnTo>
                    <a:pt x="1212591" y="986605"/>
                  </a:lnTo>
                  <a:cubicBezTo>
                    <a:pt x="1212591" y="959689"/>
                    <a:pt x="1223283" y="933875"/>
                    <a:pt x="1242316" y="914843"/>
                  </a:cubicBezTo>
                  <a:cubicBezTo>
                    <a:pt x="1261348" y="895811"/>
                    <a:pt x="1287162" y="885119"/>
                    <a:pt x="1314078" y="885119"/>
                  </a:cubicBezTo>
                  <a:lnTo>
                    <a:pt x="1622180" y="885119"/>
                  </a:lnTo>
                  <a:cubicBezTo>
                    <a:pt x="1649096" y="885119"/>
                    <a:pt x="1674909" y="874426"/>
                    <a:pt x="1693942" y="855394"/>
                  </a:cubicBezTo>
                  <a:cubicBezTo>
                    <a:pt x="1712974" y="836361"/>
                    <a:pt x="1723666" y="810548"/>
                    <a:pt x="1723666" y="783632"/>
                  </a:cubicBezTo>
                  <a:lnTo>
                    <a:pt x="1723666" y="101486"/>
                  </a:lnTo>
                  <a:cubicBezTo>
                    <a:pt x="1723666" y="74570"/>
                    <a:pt x="1712973" y="48756"/>
                    <a:pt x="1693941" y="29724"/>
                  </a:cubicBezTo>
                  <a:cubicBezTo>
                    <a:pt x="1674908" y="10692"/>
                    <a:pt x="1649094" y="0"/>
                    <a:pt x="1622179" y="0"/>
                  </a:cubicBezTo>
                  <a:close/>
                </a:path>
              </a:pathLst>
            </a:custGeom>
            <a:solidFill>
              <a:srgbClr val="A1B2F8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true" rot="-203257">
            <a:off x="2376178" y="1020683"/>
            <a:ext cx="1935893" cy="1360242"/>
          </a:xfrm>
          <a:custGeom>
            <a:avLst/>
            <a:gdLst/>
            <a:ahLst/>
            <a:cxnLst/>
            <a:rect r="r" b="b" t="t" l="l"/>
            <a:pathLst>
              <a:path h="1360242" w="1935893">
                <a:moveTo>
                  <a:pt x="0" y="1360241"/>
                </a:moveTo>
                <a:lnTo>
                  <a:pt x="1935893" y="1360241"/>
                </a:lnTo>
                <a:lnTo>
                  <a:pt x="1935893" y="0"/>
                </a:lnTo>
                <a:lnTo>
                  <a:pt x="0" y="0"/>
                </a:lnTo>
                <a:lnTo>
                  <a:pt x="0" y="136024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624" r="-14624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83891" y="379422"/>
            <a:ext cx="3766677" cy="438235"/>
            <a:chOff x="0" y="0"/>
            <a:chExt cx="1349892" cy="1570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9892" cy="157054"/>
            </a:xfrm>
            <a:custGeom>
              <a:avLst/>
              <a:gdLst/>
              <a:ahLst/>
              <a:cxnLst/>
              <a:rect r="r" b="b" t="t" l="l"/>
              <a:pathLst>
                <a:path h="157054" w="1349892">
                  <a:moveTo>
                    <a:pt x="76049" y="0"/>
                  </a:moveTo>
                  <a:lnTo>
                    <a:pt x="1273843" y="0"/>
                  </a:lnTo>
                  <a:cubicBezTo>
                    <a:pt x="1294013" y="0"/>
                    <a:pt x="1313356" y="8012"/>
                    <a:pt x="1327618" y="22274"/>
                  </a:cubicBezTo>
                  <a:cubicBezTo>
                    <a:pt x="1341880" y="36536"/>
                    <a:pt x="1349892" y="55879"/>
                    <a:pt x="1349892" y="76049"/>
                  </a:cubicBezTo>
                  <a:lnTo>
                    <a:pt x="1349892" y="81005"/>
                  </a:lnTo>
                  <a:cubicBezTo>
                    <a:pt x="1349892" y="123005"/>
                    <a:pt x="1315844" y="157054"/>
                    <a:pt x="1273843" y="157054"/>
                  </a:cubicBezTo>
                  <a:lnTo>
                    <a:pt x="76049" y="157054"/>
                  </a:lnTo>
                  <a:cubicBezTo>
                    <a:pt x="34048" y="157054"/>
                    <a:pt x="0" y="123005"/>
                    <a:pt x="0" y="81005"/>
                  </a:cubicBezTo>
                  <a:lnTo>
                    <a:pt x="0" y="76049"/>
                  </a:lnTo>
                  <a:cubicBezTo>
                    <a:pt x="0" y="34048"/>
                    <a:pt x="34048" y="0"/>
                    <a:pt x="76049" y="0"/>
                  </a:cubicBezTo>
                  <a:close/>
                </a:path>
              </a:pathLst>
            </a:custGeom>
            <a:solidFill>
              <a:srgbClr val="EEEF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349892" cy="166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2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5400000">
            <a:off x="4203893" y="286139"/>
            <a:ext cx="2993703" cy="2993703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EEEF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-5557024">
              <a:off x="337206" y="351902"/>
              <a:ext cx="5622248" cy="5646195"/>
            </a:xfrm>
            <a:custGeom>
              <a:avLst/>
              <a:gdLst/>
              <a:ahLst/>
              <a:cxnLst/>
              <a:rect r="r" b="b" t="t" l="l"/>
              <a:pathLst>
                <a:path h="5646195" w="5622248">
                  <a:moveTo>
                    <a:pt x="5618703" y="2951428"/>
                  </a:moveTo>
                  <a:cubicBezTo>
                    <a:pt x="5669186" y="1945591"/>
                    <a:pt x="5177631" y="989624"/>
                    <a:pt x="4330167" y="445510"/>
                  </a:cubicBezTo>
                  <a:cubicBezTo>
                    <a:pt x="3482702" y="-98604"/>
                    <a:pt x="2408882" y="-147687"/>
                    <a:pt x="1515313" y="316848"/>
                  </a:cubicBezTo>
                  <a:cubicBezTo>
                    <a:pt x="621746" y="781382"/>
                    <a:pt x="45030" y="1688520"/>
                    <a:pt x="3545" y="2694768"/>
                  </a:cubicBezTo>
                  <a:cubicBezTo>
                    <a:pt x="-46939" y="3700605"/>
                    <a:pt x="444617" y="4656572"/>
                    <a:pt x="1292081" y="5200686"/>
                  </a:cubicBezTo>
                  <a:cubicBezTo>
                    <a:pt x="2139546" y="5744801"/>
                    <a:pt x="3213366" y="5793883"/>
                    <a:pt x="4106934" y="5329349"/>
                  </a:cubicBezTo>
                  <a:cubicBezTo>
                    <a:pt x="5000502" y="4864814"/>
                    <a:pt x="5577217" y="3957676"/>
                    <a:pt x="5618703" y="2951428"/>
                  </a:cubicBezTo>
                  <a:close/>
                </a:path>
              </a:pathLst>
            </a:custGeom>
            <a:blipFill>
              <a:blip r:embed="rId8"/>
              <a:stretch>
                <a:fillRect l="-74622" t="-70921" r="-47907" b="-16145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88155" y="6120334"/>
            <a:ext cx="1809440" cy="387235"/>
            <a:chOff x="0" y="0"/>
            <a:chExt cx="648463" cy="1387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88155" y="6707595"/>
            <a:ext cx="1809440" cy="387235"/>
            <a:chOff x="0" y="0"/>
            <a:chExt cx="648463" cy="1387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88155" y="7294855"/>
            <a:ext cx="1809440" cy="387235"/>
            <a:chOff x="0" y="0"/>
            <a:chExt cx="648463" cy="1387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88155" y="7882115"/>
            <a:ext cx="1809440" cy="387235"/>
            <a:chOff x="0" y="0"/>
            <a:chExt cx="648463" cy="1387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88155" y="8469375"/>
            <a:ext cx="1809440" cy="387235"/>
            <a:chOff x="0" y="0"/>
            <a:chExt cx="648463" cy="138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88155" y="9056636"/>
            <a:ext cx="1809440" cy="387235"/>
            <a:chOff x="0" y="0"/>
            <a:chExt cx="648463" cy="1387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88155" y="9643896"/>
            <a:ext cx="1809440" cy="387235"/>
            <a:chOff x="0" y="0"/>
            <a:chExt cx="648463" cy="1387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8463" cy="138776"/>
            </a:xfrm>
            <a:custGeom>
              <a:avLst/>
              <a:gdLst/>
              <a:ahLst/>
              <a:cxnLst/>
              <a:rect r="r" b="b" t="t" l="l"/>
              <a:pathLst>
                <a:path h="138776" w="648463">
                  <a:moveTo>
                    <a:pt x="69388" y="0"/>
                  </a:moveTo>
                  <a:lnTo>
                    <a:pt x="579074" y="0"/>
                  </a:lnTo>
                  <a:cubicBezTo>
                    <a:pt x="617396" y="0"/>
                    <a:pt x="648463" y="31066"/>
                    <a:pt x="648463" y="69388"/>
                  </a:cubicBezTo>
                  <a:lnTo>
                    <a:pt x="648463" y="69388"/>
                  </a:lnTo>
                  <a:cubicBezTo>
                    <a:pt x="648463" y="87791"/>
                    <a:pt x="641152" y="105440"/>
                    <a:pt x="628139" y="118453"/>
                  </a:cubicBezTo>
                  <a:cubicBezTo>
                    <a:pt x="615126" y="131466"/>
                    <a:pt x="597477" y="138776"/>
                    <a:pt x="579074" y="138776"/>
                  </a:cubicBezTo>
                  <a:lnTo>
                    <a:pt x="69388" y="138776"/>
                  </a:lnTo>
                  <a:cubicBezTo>
                    <a:pt x="50985" y="138776"/>
                    <a:pt x="33336" y="131466"/>
                    <a:pt x="20323" y="118453"/>
                  </a:cubicBezTo>
                  <a:cubicBezTo>
                    <a:pt x="7311" y="105440"/>
                    <a:pt x="0" y="87791"/>
                    <a:pt x="0" y="69388"/>
                  </a:cubicBezTo>
                  <a:lnTo>
                    <a:pt x="0" y="69388"/>
                  </a:lnTo>
                  <a:cubicBezTo>
                    <a:pt x="0" y="50985"/>
                    <a:pt x="7311" y="33336"/>
                    <a:pt x="20323" y="20323"/>
                  </a:cubicBezTo>
                  <a:cubicBezTo>
                    <a:pt x="33336" y="7311"/>
                    <a:pt x="50985" y="0"/>
                    <a:pt x="69388" y="0"/>
                  </a:cubicBezTo>
                  <a:close/>
                </a:path>
              </a:pathLst>
            </a:custGeom>
            <a:ln w="9525" cap="rnd">
              <a:solidFill>
                <a:srgbClr val="EEEFF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8463" cy="17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62404" y="173108"/>
            <a:ext cx="582892" cy="582892"/>
          </a:xfrm>
          <a:custGeom>
            <a:avLst/>
            <a:gdLst/>
            <a:ahLst/>
            <a:cxnLst/>
            <a:rect r="r" b="b" t="t" l="l"/>
            <a:pathLst>
              <a:path h="582892" w="582892">
                <a:moveTo>
                  <a:pt x="0" y="0"/>
                </a:moveTo>
                <a:lnTo>
                  <a:pt x="582893" y="0"/>
                </a:lnTo>
                <a:lnTo>
                  <a:pt x="582893" y="582892"/>
                </a:lnTo>
                <a:lnTo>
                  <a:pt x="0" y="582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-1079507">
            <a:off x="2924300" y="2454338"/>
            <a:ext cx="1021740" cy="958578"/>
          </a:xfrm>
          <a:custGeom>
            <a:avLst/>
            <a:gdLst/>
            <a:ahLst/>
            <a:cxnLst/>
            <a:rect r="r" b="b" t="t" l="l"/>
            <a:pathLst>
              <a:path h="958578" w="1021740">
                <a:moveTo>
                  <a:pt x="1021740" y="0"/>
                </a:moveTo>
                <a:lnTo>
                  <a:pt x="0" y="0"/>
                </a:lnTo>
                <a:lnTo>
                  <a:pt x="0" y="958578"/>
                </a:lnTo>
                <a:lnTo>
                  <a:pt x="1021740" y="958578"/>
                </a:lnTo>
                <a:lnTo>
                  <a:pt x="102174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1325508">
            <a:off x="-246708" y="7355586"/>
            <a:ext cx="1006040" cy="1185320"/>
          </a:xfrm>
          <a:custGeom>
            <a:avLst/>
            <a:gdLst/>
            <a:ahLst/>
            <a:cxnLst/>
            <a:rect r="r" b="b" t="t" l="l"/>
            <a:pathLst>
              <a:path h="1185320" w="1006040">
                <a:moveTo>
                  <a:pt x="0" y="0"/>
                </a:moveTo>
                <a:lnTo>
                  <a:pt x="1006041" y="0"/>
                </a:lnTo>
                <a:lnTo>
                  <a:pt x="1006041" y="1185320"/>
                </a:lnTo>
                <a:lnTo>
                  <a:pt x="0" y="11853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288684">
            <a:off x="4784205" y="9576375"/>
            <a:ext cx="564957" cy="953513"/>
          </a:xfrm>
          <a:custGeom>
            <a:avLst/>
            <a:gdLst/>
            <a:ahLst/>
            <a:cxnLst/>
            <a:rect r="r" b="b" t="t" l="l"/>
            <a:pathLst>
              <a:path h="953513" w="564957">
                <a:moveTo>
                  <a:pt x="0" y="0"/>
                </a:moveTo>
                <a:lnTo>
                  <a:pt x="564957" y="0"/>
                </a:lnTo>
                <a:lnTo>
                  <a:pt x="564957" y="953514"/>
                </a:lnTo>
                <a:lnTo>
                  <a:pt x="0" y="953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640777">
            <a:off x="6594708" y="4394752"/>
            <a:ext cx="933006" cy="1035236"/>
          </a:xfrm>
          <a:custGeom>
            <a:avLst/>
            <a:gdLst/>
            <a:ahLst/>
            <a:cxnLst/>
            <a:rect r="r" b="b" t="t" l="l"/>
            <a:pathLst>
              <a:path h="1035236" w="933006">
                <a:moveTo>
                  <a:pt x="0" y="0"/>
                </a:moveTo>
                <a:lnTo>
                  <a:pt x="933006" y="0"/>
                </a:lnTo>
                <a:lnTo>
                  <a:pt x="933006" y="1035236"/>
                </a:lnTo>
                <a:lnTo>
                  <a:pt x="0" y="10352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59186" y="4640563"/>
            <a:ext cx="3024000" cy="306282"/>
          </a:xfrm>
          <a:custGeom>
            <a:avLst/>
            <a:gdLst/>
            <a:ahLst/>
            <a:cxnLst/>
            <a:rect r="r" b="b" t="t" l="l"/>
            <a:pathLst>
              <a:path h="306282" w="3024000">
                <a:moveTo>
                  <a:pt x="0" y="0"/>
                </a:moveTo>
                <a:lnTo>
                  <a:pt x="3024000" y="0"/>
                </a:lnTo>
                <a:lnTo>
                  <a:pt x="3024000" y="306283"/>
                </a:lnTo>
                <a:lnTo>
                  <a:pt x="0" y="30628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83891" y="1922556"/>
            <a:ext cx="2351870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spc="-57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A Graphic Designer with six years of experience working as the lead designer of Studio Shodwe and overseeing the individual project for brand development. Hard worker and have experience in leading a team of designers, and I can’t wait to implement my skill and experience in your company.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86372" y="3316179"/>
            <a:ext cx="3294928" cy="78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27"/>
              </a:lnSpc>
            </a:pPr>
            <a:r>
              <a:rPr lang="en-US" sz="4590" spc="-238">
                <a:solidFill>
                  <a:srgbClr val="232324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AVERY DAVIS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738884" y="4043824"/>
            <a:ext cx="2913724" cy="4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32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UI/UX DESIGNER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77284" y="5485715"/>
            <a:ext cx="1620311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b="true" sz="2500" spc="-110">
                <a:solidFill>
                  <a:srgbClr val="EEEFF0"/>
                </a:solidFill>
                <a:latin typeface="Cloud Bold"/>
                <a:ea typeface="Cloud Bold"/>
                <a:cs typeface="Cloud Bold"/>
                <a:sym typeface="Cloud Bold"/>
              </a:rPr>
              <a:t>SKILL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93020" y="6214734"/>
            <a:ext cx="139971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Visual Design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93020" y="6802845"/>
            <a:ext cx="139971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Interaction Design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93020" y="7390955"/>
            <a:ext cx="139971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Usability Testing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24540" y="7979065"/>
            <a:ext cx="153667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User-Centric Mindset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93020" y="8567175"/>
            <a:ext cx="139971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Responsive Design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593020" y="9155285"/>
            <a:ext cx="1399711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Continuous Learning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65803" y="9747090"/>
            <a:ext cx="1854145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spc="-52">
                <a:solidFill>
                  <a:srgbClr val="EEEFF0"/>
                </a:solidFill>
                <a:latin typeface="Cloud"/>
                <a:ea typeface="Cloud"/>
                <a:cs typeface="Cloud"/>
                <a:sym typeface="Cloud"/>
              </a:rPr>
              <a:t>Typography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56000" y="4515062"/>
            <a:ext cx="2982884" cy="43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-129">
                <a:solidFill>
                  <a:srgbClr val="232324"/>
                </a:solidFill>
                <a:latin typeface="Cloud Bold"/>
                <a:ea typeface="Cloud Bold"/>
                <a:cs typeface="Cloud Bold"/>
                <a:sym typeface="Cloud Bold"/>
              </a:rPr>
              <a:t>WORK EXPERIENCE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6000" y="5040073"/>
            <a:ext cx="2982884" cy="19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spc="-57" b="true">
                <a:solidFill>
                  <a:srgbClr val="232324"/>
                </a:solidFill>
                <a:latin typeface="Cloud Bold"/>
                <a:ea typeface="Cloud Bold"/>
                <a:cs typeface="Cloud Bold"/>
                <a:sym typeface="Cloud Bold"/>
              </a:rPr>
              <a:t>Professional Graphic Designer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56000" y="5263553"/>
            <a:ext cx="2982884" cy="19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Studio Shodwe ( 2023 - Now 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56000" y="5570512"/>
            <a:ext cx="4090476" cy="9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1572"/>
              </a:lnSpc>
              <a:buFont typeface="Arial"/>
              <a:buChar char="•"/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Created original graphic of the booth display for the Borcelle autumn fashion event.</a:t>
            </a:r>
          </a:p>
          <a:p>
            <a:pPr algn="l" marL="280669" indent="-140335" lvl="1">
              <a:lnSpc>
                <a:spcPts val="1572"/>
              </a:lnSpc>
              <a:buFont typeface="Arial"/>
              <a:buChar char="•"/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Collaborated with the sales team to create the sales content for the promotion campaign of the Ingoude Company’s 10th Anniversary.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56000" y="6788062"/>
            <a:ext cx="2982884" cy="19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spc="-57" b="true">
                <a:solidFill>
                  <a:srgbClr val="232324"/>
                </a:solidFill>
                <a:latin typeface="Cloud Bold"/>
                <a:ea typeface="Cloud Bold"/>
                <a:cs typeface="Cloud Bold"/>
                <a:sym typeface="Cloud Bold"/>
              </a:rPr>
              <a:t>Professional Graphic Designer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56000" y="7011542"/>
            <a:ext cx="2982884" cy="19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Studio Shodwe ( 2020 - 2022 )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56000" y="7318501"/>
            <a:ext cx="4090476" cy="115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1572"/>
              </a:lnSpc>
              <a:buFont typeface="Arial"/>
              <a:buChar char="•"/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Created a new in-store display for a local apparel store that increased sales by 20% after three months of the installation.</a:t>
            </a:r>
          </a:p>
          <a:p>
            <a:pPr algn="l" marL="280669" indent="-140335" lvl="1">
              <a:lnSpc>
                <a:spcPts val="1572"/>
              </a:lnSpc>
              <a:buFont typeface="Arial"/>
              <a:buChar char="•"/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Created the festival banner for the local food festival in June 2015, which has successfully attracted more than 2000 people from other cities.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559186" y="8836841"/>
            <a:ext cx="2104188" cy="213120"/>
          </a:xfrm>
          <a:custGeom>
            <a:avLst/>
            <a:gdLst/>
            <a:ahLst/>
            <a:cxnLst/>
            <a:rect r="r" b="b" t="t" l="l"/>
            <a:pathLst>
              <a:path h="213120" w="2104188">
                <a:moveTo>
                  <a:pt x="0" y="0"/>
                </a:moveTo>
                <a:lnTo>
                  <a:pt x="2104188" y="0"/>
                </a:lnTo>
                <a:lnTo>
                  <a:pt x="2104188" y="213121"/>
                </a:lnTo>
                <a:lnTo>
                  <a:pt x="0" y="21312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756000" y="8698935"/>
            <a:ext cx="2509861" cy="43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-129">
                <a:solidFill>
                  <a:srgbClr val="232324"/>
                </a:solidFill>
                <a:latin typeface="Cloud Bold"/>
                <a:ea typeface="Cloud Bold"/>
                <a:cs typeface="Cloud Bold"/>
                <a:sym typeface="Cloud Bold"/>
              </a:rPr>
              <a:t>EDUCATION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56000" y="9269585"/>
            <a:ext cx="3814748" cy="19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spc="-57" b="true">
                <a:solidFill>
                  <a:srgbClr val="232324"/>
                </a:solidFill>
                <a:latin typeface="Cloud Bold"/>
                <a:ea typeface="Cloud Bold"/>
                <a:cs typeface="Cloud Bold"/>
                <a:sym typeface="Cloud Bold"/>
              </a:rPr>
              <a:t>Bachelor of Arts in Communication Visual Design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56000" y="9496534"/>
            <a:ext cx="3814748" cy="38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2"/>
              </a:lnSpc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Connor Hamilton University</a:t>
            </a:r>
          </a:p>
          <a:p>
            <a:pPr algn="l">
              <a:lnSpc>
                <a:spcPts val="1572"/>
              </a:lnSpc>
            </a:pPr>
            <a:r>
              <a:rPr lang="en-US" sz="1299" i="true" spc="-57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2010 – 2014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1551" y="499322"/>
            <a:ext cx="1076829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i="true" spc="-52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+123-456-7890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148380" y="499322"/>
            <a:ext cx="2001258" cy="18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"/>
              </a:lnSpc>
            </a:pPr>
            <a:r>
              <a:rPr lang="en-US" sz="1200" i="true" spc="-52">
                <a:solidFill>
                  <a:srgbClr val="232324"/>
                </a:solidFill>
                <a:latin typeface="Cloud Italics"/>
                <a:ea typeface="Cloud Italics"/>
                <a:cs typeface="Cloud Italics"/>
                <a:sym typeface="Cloud Italics"/>
              </a:rPr>
              <a:t>hello@reallygreatsite.com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83891" y="1325656"/>
            <a:ext cx="1487295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5"/>
              </a:lnSpc>
              <a:spcBef>
                <a:spcPct val="0"/>
              </a:spcBef>
            </a:pPr>
            <a:r>
              <a:rPr lang="en-US" b="true" sz="2500" spc="-110" strike="noStrike" u="none">
                <a:solidFill>
                  <a:srgbClr val="EEEFF0"/>
                </a:solidFill>
                <a:latin typeface="Cloud Bold"/>
                <a:ea typeface="Cloud Bold"/>
                <a:cs typeface="Cloud Bold"/>
                <a:sym typeface="Cloud Bold"/>
              </a:rPr>
              <a:t>ABOUT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DAHGXh3_0pY</dc:identifier>
  <dcterms:modified xsi:type="dcterms:W3CDTF">2011-08-01T06:04:30Z</dcterms:modified>
  <cp:revision>1</cp:revision>
</cp:coreProperties>
</file>