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Roca Two Ultra-Bold" charset="1" panose="00000A00000000000000"/>
      <p:regular r:id="rId7"/>
    </p:embeddedFont>
    <p:embeddedFont>
      <p:font typeface="TT Norms" charset="1" panose="02000503030000020003"/>
      <p:regular r:id="rId8"/>
    </p:embeddedFont>
    <p:embeddedFont>
      <p:font typeface="TT Norms Bold" charset="1" panose="02000803030000020004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2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79613" y="-118773"/>
            <a:ext cx="4821179" cy="10997253"/>
            <a:chOff x="0" y="0"/>
            <a:chExt cx="1727802" cy="39411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7802" cy="3941167"/>
            </a:xfrm>
            <a:custGeom>
              <a:avLst/>
              <a:gdLst/>
              <a:ahLst/>
              <a:cxnLst/>
              <a:rect r="r" b="b" t="t" l="l"/>
              <a:pathLst>
                <a:path h="3941167" w="1727802">
                  <a:moveTo>
                    <a:pt x="0" y="0"/>
                  </a:moveTo>
                  <a:lnTo>
                    <a:pt x="1727802" y="0"/>
                  </a:lnTo>
                  <a:lnTo>
                    <a:pt x="1727802" y="3941167"/>
                  </a:lnTo>
                  <a:lnTo>
                    <a:pt x="0" y="3941167"/>
                  </a:lnTo>
                  <a:close/>
                </a:path>
              </a:pathLst>
            </a:custGeom>
            <a:solidFill>
              <a:srgbClr val="FCF2E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727802" cy="396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73055" y="-118773"/>
            <a:ext cx="3352668" cy="10997253"/>
            <a:chOff x="0" y="0"/>
            <a:chExt cx="1201521" cy="39411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01521" cy="3941167"/>
            </a:xfrm>
            <a:custGeom>
              <a:avLst/>
              <a:gdLst/>
              <a:ahLst/>
              <a:cxnLst/>
              <a:rect r="r" b="b" t="t" l="l"/>
              <a:pathLst>
                <a:path h="3941167" w="1201521">
                  <a:moveTo>
                    <a:pt x="0" y="0"/>
                  </a:moveTo>
                  <a:lnTo>
                    <a:pt x="1201521" y="0"/>
                  </a:lnTo>
                  <a:lnTo>
                    <a:pt x="1201521" y="3941167"/>
                  </a:lnTo>
                  <a:lnTo>
                    <a:pt x="0" y="3941167"/>
                  </a:lnTo>
                  <a:close/>
                </a:path>
              </a:pathLst>
            </a:custGeom>
            <a:solidFill>
              <a:srgbClr val="AF6C37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201521" cy="3960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616335" y="6017057"/>
            <a:ext cx="3187665" cy="1393190"/>
            <a:chOff x="0" y="0"/>
            <a:chExt cx="4250221" cy="185758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47625"/>
              <a:ext cx="4250221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u="none">
                  <a:solidFill>
                    <a:srgbClr val="AF6C37"/>
                  </a:solidFill>
                  <a:latin typeface="Roca Two Ultra-Bold"/>
                  <a:ea typeface="Roca Two Ultra-Bold"/>
                  <a:cs typeface="Roca Two Ultra-Bold"/>
                  <a:sym typeface="Roca Two Ultra-Bold"/>
                </a:rPr>
                <a:t>Skills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05790"/>
              <a:ext cx="4250221" cy="12517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237491" indent="-118745" lvl="1">
                <a:lnSpc>
                  <a:spcPts val="1540"/>
                </a:lnSpc>
                <a:buFont typeface="Arial"/>
                <a:buChar char="•"/>
              </a:pPr>
              <a:r>
                <a:rPr lang="en-US" sz="1100">
                  <a:solidFill>
                    <a:srgbClr val="272727"/>
                  </a:solidFill>
                  <a:latin typeface="TT Norms"/>
                  <a:ea typeface="TT Norms"/>
                  <a:cs typeface="TT Norms"/>
                  <a:sym typeface="TT Norms"/>
                </a:rPr>
                <a:t>Guitar (Acoustic, Bass, Electric)</a:t>
              </a:r>
            </a:p>
            <a:p>
              <a:pPr algn="l" marL="237491" indent="-118745" lvl="1">
                <a:lnSpc>
                  <a:spcPts val="1540"/>
                </a:lnSpc>
                <a:buFont typeface="Arial"/>
                <a:buChar char="•"/>
              </a:pPr>
              <a:r>
                <a:rPr lang="en-US" sz="1100">
                  <a:solidFill>
                    <a:srgbClr val="272727"/>
                  </a:solidFill>
                  <a:latin typeface="TT Norms"/>
                  <a:ea typeface="TT Norms"/>
                  <a:cs typeface="TT Norms"/>
                  <a:sym typeface="TT Norms"/>
                </a:rPr>
                <a:t>Drums</a:t>
              </a:r>
            </a:p>
            <a:p>
              <a:pPr algn="l" marL="237491" indent="-118745" lvl="1">
                <a:lnSpc>
                  <a:spcPts val="1540"/>
                </a:lnSpc>
                <a:buFont typeface="Arial"/>
                <a:buChar char="•"/>
              </a:pPr>
              <a:r>
                <a:rPr lang="en-US" sz="1100">
                  <a:solidFill>
                    <a:srgbClr val="272727"/>
                  </a:solidFill>
                  <a:latin typeface="TT Norms"/>
                  <a:ea typeface="TT Norms"/>
                  <a:cs typeface="TT Norms"/>
                  <a:sym typeface="TT Norms"/>
                </a:rPr>
                <a:t>Keyboard </a:t>
              </a:r>
            </a:p>
            <a:p>
              <a:pPr algn="l" marL="237491" indent="-118745" lvl="1">
                <a:lnSpc>
                  <a:spcPts val="1540"/>
                </a:lnSpc>
                <a:buFont typeface="Arial"/>
                <a:buChar char="•"/>
              </a:pPr>
              <a:r>
                <a:rPr lang="en-US" sz="1100">
                  <a:solidFill>
                    <a:srgbClr val="272727"/>
                  </a:solidFill>
                  <a:latin typeface="TT Norms"/>
                  <a:ea typeface="TT Norms"/>
                  <a:cs typeface="TT Norms"/>
                  <a:sym typeface="TT Norms"/>
                </a:rPr>
                <a:t>Classroom Management</a:t>
              </a:r>
            </a:p>
            <a:p>
              <a:pPr algn="l" marL="237491" indent="-118745" lvl="1">
                <a:lnSpc>
                  <a:spcPts val="1540"/>
                </a:lnSpc>
                <a:buFont typeface="Arial"/>
                <a:buChar char="•"/>
              </a:pPr>
              <a:r>
                <a:rPr lang="en-US" sz="1100">
                  <a:solidFill>
                    <a:srgbClr val="272727"/>
                  </a:solidFill>
                  <a:latin typeface="TT Norms"/>
                  <a:ea typeface="TT Norms"/>
                  <a:cs typeface="TT Norms"/>
                  <a:sym typeface="TT Norms"/>
                </a:rPr>
                <a:t>Creative Thinking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16929" y="756000"/>
            <a:ext cx="2183486" cy="1274445"/>
            <a:chOff x="0" y="0"/>
            <a:chExt cx="2911315" cy="169926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57150"/>
              <a:ext cx="2911315" cy="1283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600" b="true">
                  <a:solidFill>
                    <a:srgbClr val="FCF2E0"/>
                  </a:solidFill>
                  <a:latin typeface="Roca Two Ultra-Bold"/>
                  <a:ea typeface="Roca Two Ultra-Bold"/>
                  <a:cs typeface="Roca Two Ultra-Bold"/>
                  <a:sym typeface="Roca Two Ultra-Bold"/>
                </a:rPr>
                <a:t>Celine Guajardo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303020"/>
              <a:ext cx="2911315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Music Te</a:t>
              </a:r>
              <a:r>
                <a:rPr lang="en-US" sz="1800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acher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616335" y="756000"/>
            <a:ext cx="3187665" cy="4824827"/>
            <a:chOff x="0" y="0"/>
            <a:chExt cx="4250221" cy="6433102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609306"/>
              <a:ext cx="4250221" cy="58237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9"/>
                </a:lnSpc>
              </a:pPr>
              <a:r>
                <a:rPr lang="en-US" sz="1099" b="true">
                  <a:solidFill>
                    <a:srgbClr val="272727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Music Teacher</a:t>
              </a:r>
            </a:p>
            <a:p>
              <a:pPr algn="l">
                <a:lnSpc>
                  <a:spcPts val="1539"/>
                </a:lnSpc>
              </a:pPr>
              <a:r>
                <a:rPr lang="en-US" sz="1099">
                  <a:solidFill>
                    <a:srgbClr val="272727"/>
                  </a:solidFill>
                  <a:latin typeface="TT Norms"/>
                  <a:ea typeface="TT Norms"/>
                  <a:cs typeface="TT Norms"/>
                  <a:sym typeface="TT Norms"/>
                </a:rPr>
                <a:t>Cordale Private School</a:t>
              </a:r>
            </a:p>
            <a:p>
              <a:pPr algn="l">
                <a:lnSpc>
                  <a:spcPts val="1539"/>
                </a:lnSpc>
              </a:pPr>
              <a:r>
                <a:rPr lang="en-US" sz="1099">
                  <a:solidFill>
                    <a:srgbClr val="272727"/>
                  </a:solidFill>
                  <a:latin typeface="TT Norms"/>
                  <a:ea typeface="TT Norms"/>
                  <a:cs typeface="TT Norms"/>
                  <a:sym typeface="TT Norms"/>
                </a:rPr>
                <a:t>March 2022 to August 2025 (3 years, 5 months)</a:t>
              </a:r>
            </a:p>
            <a:p>
              <a:pPr algn="l">
                <a:lnSpc>
                  <a:spcPts val="1539"/>
                </a:lnSpc>
              </a:pPr>
            </a:p>
            <a:p>
              <a:pPr algn="l" marL="181609" indent="-90805" lvl="1">
                <a:lnSpc>
                  <a:spcPts val="1539"/>
                </a:lnSpc>
                <a:buFont typeface="Arial"/>
                <a:buChar char="•"/>
              </a:pPr>
              <a:r>
                <a:rPr lang="en-US" sz="1099">
                  <a:solidFill>
                    <a:srgbClr val="272727"/>
                  </a:solidFill>
                  <a:latin typeface="TT Norms"/>
                  <a:ea typeface="TT Norms"/>
                  <a:cs typeface="TT Norms"/>
                  <a:sym typeface="TT Norms"/>
                </a:rPr>
                <a:t>Improved students' overall grades by 10% by facilitating discussions about music history and appreciation</a:t>
              </a:r>
            </a:p>
            <a:p>
              <a:pPr algn="l" marL="181609" indent="-90805" lvl="1">
                <a:lnSpc>
                  <a:spcPts val="1539"/>
                </a:lnSpc>
                <a:buFont typeface="Arial"/>
                <a:buChar char="•"/>
              </a:pPr>
              <a:r>
                <a:rPr lang="en-US" sz="1099">
                  <a:solidFill>
                    <a:srgbClr val="272727"/>
                  </a:solidFill>
                  <a:latin typeface="TT Norms"/>
                  <a:ea typeface="TT Norms"/>
                  <a:cs typeface="TT Norms"/>
                  <a:sym typeface="TT Norms"/>
                </a:rPr>
                <a:t>Increased musical club participation by 50% yearly by spearheading the annual talent show</a:t>
              </a:r>
            </a:p>
            <a:p>
              <a:pPr algn="l" marL="181609" indent="-90805" lvl="1">
                <a:lnSpc>
                  <a:spcPts val="1539"/>
                </a:lnSpc>
                <a:buFont typeface="Arial"/>
                <a:buChar char="•"/>
              </a:pPr>
              <a:r>
                <a:rPr lang="en-US" sz="1099">
                  <a:solidFill>
                    <a:srgbClr val="272727"/>
                  </a:solidFill>
                  <a:latin typeface="TT Norms"/>
                  <a:ea typeface="TT Norms"/>
                  <a:cs typeface="TT Norms"/>
                  <a:sym typeface="TT Norms"/>
                </a:rPr>
                <a:t>Taught the use of a range of instruments, including string, percussion, and keyboard</a:t>
              </a:r>
            </a:p>
            <a:p>
              <a:pPr algn="l">
                <a:lnSpc>
                  <a:spcPts val="1540"/>
                </a:lnSpc>
              </a:pPr>
            </a:p>
            <a:p>
              <a:pPr algn="l">
                <a:lnSpc>
                  <a:spcPts val="1540"/>
                </a:lnSpc>
              </a:pPr>
              <a:r>
                <a:rPr lang="en-US" sz="1100" b="true">
                  <a:solidFill>
                    <a:srgbClr val="272727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Music Tutor</a:t>
              </a:r>
            </a:p>
            <a:p>
              <a:pPr algn="l">
                <a:lnSpc>
                  <a:spcPts val="1540"/>
                </a:lnSpc>
              </a:pPr>
              <a:r>
                <a:rPr lang="en-US" sz="1100">
                  <a:solidFill>
                    <a:srgbClr val="272727"/>
                  </a:solidFill>
                  <a:latin typeface="TT Norms"/>
                  <a:ea typeface="TT Norms"/>
                  <a:cs typeface="TT Norms"/>
                  <a:sym typeface="TT Norms"/>
                </a:rPr>
                <a:t>The Corentin Artists Guild</a:t>
              </a:r>
            </a:p>
            <a:p>
              <a:pPr algn="l">
                <a:lnSpc>
                  <a:spcPts val="1540"/>
                </a:lnSpc>
              </a:pPr>
              <a:r>
                <a:rPr lang="en-US" sz="1100">
                  <a:solidFill>
                    <a:srgbClr val="272727"/>
                  </a:solidFill>
                  <a:latin typeface="TT Norms"/>
                  <a:ea typeface="TT Norms"/>
                  <a:cs typeface="TT Norms"/>
                  <a:sym typeface="TT Norms"/>
                </a:rPr>
                <a:t>November 2020 to January 2022 (1 year, 2 months)</a:t>
              </a:r>
            </a:p>
            <a:p>
              <a:pPr algn="l">
                <a:lnSpc>
                  <a:spcPts val="1540"/>
                </a:lnSpc>
              </a:pPr>
            </a:p>
            <a:p>
              <a:pPr algn="l" marL="237491" indent="-118745" lvl="1">
                <a:lnSpc>
                  <a:spcPts val="1540"/>
                </a:lnSpc>
                <a:buFont typeface="Arial"/>
                <a:buChar char="•"/>
              </a:pPr>
              <a:r>
                <a:rPr lang="en-US" sz="1100">
                  <a:solidFill>
                    <a:srgbClr val="272727"/>
                  </a:solidFill>
                  <a:latin typeface="TT Norms"/>
                  <a:ea typeface="TT Norms"/>
                  <a:cs typeface="TT Norms"/>
                  <a:sym typeface="TT Norms"/>
                </a:rPr>
                <a:t>Increased monthly guild participants by 10% by conducting workshops at the city community center</a:t>
              </a:r>
            </a:p>
            <a:p>
              <a:pPr algn="l" marL="237491" indent="-118745" lvl="1">
                <a:lnSpc>
                  <a:spcPts val="1540"/>
                </a:lnSpc>
                <a:buFont typeface="Arial"/>
                <a:buChar char="•"/>
              </a:pPr>
              <a:r>
                <a:rPr lang="en-US" sz="1100">
                  <a:solidFill>
                    <a:srgbClr val="272727"/>
                  </a:solidFill>
                  <a:latin typeface="TT Norms"/>
                  <a:ea typeface="TT Norms"/>
                  <a:cs typeface="TT Norms"/>
                  <a:sym typeface="TT Norms"/>
                </a:rPr>
                <a:t>Maintained a 100% student rating due to effectiveness in communicating and directing musicians for three classes per week</a:t>
              </a:r>
            </a:p>
            <a:p>
              <a:pPr algn="l" marL="237491" indent="-118745" lvl="1">
                <a:lnSpc>
                  <a:spcPts val="1540"/>
                </a:lnSpc>
                <a:buFont typeface="Arial"/>
                <a:buChar char="•"/>
              </a:pPr>
              <a:r>
                <a:rPr lang="en-US" sz="1100">
                  <a:solidFill>
                    <a:srgbClr val="272727"/>
                  </a:solidFill>
                  <a:latin typeface="TT Norms"/>
                  <a:ea typeface="TT Norms"/>
                  <a:cs typeface="TT Norms"/>
                  <a:sym typeface="TT Norms"/>
                </a:rPr>
                <a:t>Oversees student performances at local events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47625"/>
              <a:ext cx="4250221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true">
                  <a:solidFill>
                    <a:srgbClr val="AF6C37"/>
                  </a:solidFill>
                  <a:latin typeface="Roca Two Ultra-Bold"/>
                  <a:ea typeface="Roca Two Ultra-Bold"/>
                  <a:cs typeface="Roca Two Ultra-Bold"/>
                  <a:sym typeface="Roca Two Ultra-Bold"/>
                </a:rPr>
                <a:t>Career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616335" y="7848397"/>
            <a:ext cx="3187665" cy="1964690"/>
            <a:chOff x="0" y="0"/>
            <a:chExt cx="4250221" cy="2619587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605790"/>
              <a:ext cx="4250221" cy="20137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9"/>
                </a:lnSpc>
              </a:pPr>
              <a:r>
                <a:rPr lang="en-US" sz="1099" b="true">
                  <a:solidFill>
                    <a:srgbClr val="272727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Bachelor of Arts in Music</a:t>
              </a:r>
            </a:p>
            <a:p>
              <a:pPr algn="l">
                <a:lnSpc>
                  <a:spcPts val="1539"/>
                </a:lnSpc>
              </a:pPr>
              <a:r>
                <a:rPr lang="en-US" sz="1099">
                  <a:solidFill>
                    <a:srgbClr val="272727"/>
                  </a:solidFill>
                  <a:latin typeface="TT Norms"/>
                  <a:ea typeface="TT Norms"/>
                  <a:cs typeface="TT Norms"/>
                  <a:sym typeface="TT Norms"/>
                </a:rPr>
                <a:t>University of Roseton</a:t>
              </a:r>
            </a:p>
            <a:p>
              <a:pPr algn="l">
                <a:lnSpc>
                  <a:spcPts val="1539"/>
                </a:lnSpc>
              </a:pPr>
              <a:r>
                <a:rPr lang="en-US" sz="1099">
                  <a:solidFill>
                    <a:srgbClr val="272727"/>
                  </a:solidFill>
                  <a:latin typeface="TT Norms"/>
                  <a:ea typeface="TT Norms"/>
                  <a:cs typeface="TT Norms"/>
                  <a:sym typeface="TT Norms"/>
                </a:rPr>
                <a:t>2020</a:t>
              </a:r>
            </a:p>
            <a:p>
              <a:pPr algn="l">
                <a:lnSpc>
                  <a:spcPts val="1539"/>
                </a:lnSpc>
              </a:pPr>
            </a:p>
            <a:p>
              <a:pPr algn="l" marL="181609" indent="-90805" lvl="1">
                <a:lnSpc>
                  <a:spcPts val="1539"/>
                </a:lnSpc>
                <a:buFont typeface="Arial"/>
                <a:buChar char="•"/>
              </a:pPr>
              <a:r>
                <a:rPr lang="en-US" sz="1099">
                  <a:solidFill>
                    <a:srgbClr val="272727"/>
                  </a:solidFill>
                  <a:latin typeface="TT Norms"/>
                  <a:ea typeface="TT Norms"/>
                  <a:cs typeface="TT Norms"/>
                  <a:sym typeface="TT Norms"/>
                </a:rPr>
                <a:t>Cum Laude</a:t>
              </a:r>
            </a:p>
            <a:p>
              <a:pPr algn="l" marL="181609" indent="-90805" lvl="1">
                <a:lnSpc>
                  <a:spcPts val="1539"/>
                </a:lnSpc>
                <a:buFont typeface="Arial"/>
                <a:buChar char="•"/>
              </a:pPr>
              <a:r>
                <a:rPr lang="en-US" sz="1099">
                  <a:solidFill>
                    <a:srgbClr val="272727"/>
                  </a:solidFill>
                  <a:latin typeface="TT Norms"/>
                  <a:ea typeface="TT Norms"/>
                  <a:cs typeface="TT Norms"/>
                  <a:sym typeface="TT Norms"/>
                </a:rPr>
                <a:t>Awardee, Roseton Scholarship</a:t>
              </a:r>
            </a:p>
            <a:p>
              <a:pPr algn="l" marL="181609" indent="-90805" lvl="1">
                <a:lnSpc>
                  <a:spcPts val="1539"/>
                </a:lnSpc>
                <a:buFont typeface="Arial"/>
                <a:buChar char="•"/>
              </a:pPr>
              <a:r>
                <a:rPr lang="en-US" sz="1099">
                  <a:solidFill>
                    <a:srgbClr val="272727"/>
                  </a:solidFill>
                  <a:latin typeface="TT Norms"/>
                  <a:ea typeface="TT Norms"/>
                  <a:cs typeface="TT Norms"/>
                  <a:sym typeface="TT Norms"/>
                </a:rPr>
                <a:t>Member, Roseton Music Guild</a:t>
              </a:r>
            </a:p>
            <a:p>
              <a:pPr algn="l" marL="181609" indent="-90805" lvl="1">
                <a:lnSpc>
                  <a:spcPts val="1539"/>
                </a:lnSpc>
                <a:buFont typeface="Arial"/>
                <a:buChar char="•"/>
              </a:pPr>
              <a:r>
                <a:rPr lang="en-US" sz="1099">
                  <a:solidFill>
                    <a:srgbClr val="272727"/>
                  </a:solidFill>
                  <a:latin typeface="TT Norms"/>
                  <a:ea typeface="TT Norms"/>
                  <a:cs typeface="TT Norms"/>
                  <a:sym typeface="TT Norms"/>
                </a:rPr>
                <a:t>Band Member, Beechtown Music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47625"/>
              <a:ext cx="4250221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u="none">
                  <a:solidFill>
                    <a:srgbClr val="AF6C37"/>
                  </a:solidFill>
                  <a:latin typeface="Roca Two Ultra-Bold"/>
                  <a:ea typeface="Roca Two Ultra-Bold"/>
                  <a:cs typeface="Roca Two Ultra-Bold"/>
                  <a:sym typeface="Roca Two Ultra-Bold"/>
                </a:rPr>
                <a:t>Education 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69059" y="2557683"/>
            <a:ext cx="1931356" cy="63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9"/>
              </a:lnSpc>
            </a:pPr>
            <a:r>
              <a:rPr lang="en-US" b="true" sz="1099" u="none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linkedin.com/in/name</a:t>
            </a:r>
          </a:p>
          <a:p>
            <a:pPr algn="l" marL="0" indent="0" lvl="0">
              <a:lnSpc>
                <a:spcPts val="1759"/>
              </a:lnSpc>
            </a:pPr>
            <a:r>
              <a:rPr lang="en-US" b="true" sz="1099" u="none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123-456-7890</a:t>
            </a:r>
          </a:p>
          <a:p>
            <a:pPr algn="l" marL="0" indent="0" lvl="0">
              <a:lnSpc>
                <a:spcPts val="1759"/>
              </a:lnSpc>
            </a:pPr>
            <a:r>
              <a:rPr lang="en-US" b="true" sz="1099" u="none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hello@reallygreatsite.com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16929" y="2619348"/>
            <a:ext cx="139071" cy="139071"/>
          </a:xfrm>
          <a:custGeom>
            <a:avLst/>
            <a:gdLst/>
            <a:ahLst/>
            <a:cxnLst/>
            <a:rect r="r" b="b" t="t" l="l"/>
            <a:pathLst>
              <a:path h="139071" w="139071">
                <a:moveTo>
                  <a:pt x="0" y="0"/>
                </a:moveTo>
                <a:lnTo>
                  <a:pt x="139071" y="0"/>
                </a:lnTo>
                <a:lnTo>
                  <a:pt x="139071" y="139071"/>
                </a:lnTo>
                <a:lnTo>
                  <a:pt x="0" y="1390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16929" y="3034491"/>
            <a:ext cx="139071" cy="139071"/>
          </a:xfrm>
          <a:custGeom>
            <a:avLst/>
            <a:gdLst/>
            <a:ahLst/>
            <a:cxnLst/>
            <a:rect r="r" b="b" t="t" l="l"/>
            <a:pathLst>
              <a:path h="139071" w="139071">
                <a:moveTo>
                  <a:pt x="0" y="0"/>
                </a:moveTo>
                <a:lnTo>
                  <a:pt x="139071" y="0"/>
                </a:lnTo>
                <a:lnTo>
                  <a:pt x="139071" y="139071"/>
                </a:lnTo>
                <a:lnTo>
                  <a:pt x="0" y="1390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16929" y="2826920"/>
            <a:ext cx="139071" cy="139071"/>
          </a:xfrm>
          <a:custGeom>
            <a:avLst/>
            <a:gdLst/>
            <a:ahLst/>
            <a:cxnLst/>
            <a:rect r="r" b="b" t="t" l="l"/>
            <a:pathLst>
              <a:path h="139071" w="139071">
                <a:moveTo>
                  <a:pt x="0" y="0"/>
                </a:moveTo>
                <a:lnTo>
                  <a:pt x="139071" y="0"/>
                </a:lnTo>
                <a:lnTo>
                  <a:pt x="139071" y="139071"/>
                </a:lnTo>
                <a:lnTo>
                  <a:pt x="0" y="1390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DAHGXi5-RqE</dc:identifier>
  <dcterms:modified xsi:type="dcterms:W3CDTF">2011-08-01T06:04:30Z</dcterms:modified>
  <cp:revision>1</cp:revision>
</cp:coreProperties>
</file>