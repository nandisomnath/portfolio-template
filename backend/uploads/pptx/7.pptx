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Red Hat Display Bold" charset="1" panose="02010803040201060303"/>
      <p:regular r:id="rId7"/>
    </p:embeddedFont>
    <p:embeddedFont>
      <p:font typeface="Poppins" charset="1" panose="00000500000000000000"/>
      <p:regular r:id="rId8"/>
    </p:embeddedFont>
    <p:embeddedFont>
      <p:font typeface="Poppins Bold" charset="1" panose="0000080000000000000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52697" y="9025535"/>
            <a:ext cx="211507" cy="118870"/>
            <a:chOff x="0" y="0"/>
            <a:chExt cx="771128" cy="433384"/>
          </a:xfrm>
        </p:grpSpPr>
        <p:sp>
          <p:nvSpPr>
            <p:cNvPr name="Freeform 3" id="3"/>
            <p:cNvSpPr/>
            <p:nvPr/>
          </p:nvSpPr>
          <p:spPr>
            <a:xfrm flipH="false" flipV="false" rot="0">
              <a:off x="0" y="0"/>
              <a:ext cx="771128" cy="433384"/>
            </a:xfrm>
            <a:custGeom>
              <a:avLst/>
              <a:gdLst/>
              <a:ahLst/>
              <a:cxnLst/>
              <a:rect r="r" b="b" t="t" l="l"/>
              <a:pathLst>
                <a:path h="433384" w="771128">
                  <a:moveTo>
                    <a:pt x="385564" y="433384"/>
                  </a:moveTo>
                  <a:lnTo>
                    <a:pt x="771128" y="0"/>
                  </a:lnTo>
                  <a:lnTo>
                    <a:pt x="0" y="0"/>
                  </a:lnTo>
                  <a:lnTo>
                    <a:pt x="385564" y="433384"/>
                  </a:lnTo>
                  <a:close/>
                </a:path>
              </a:pathLst>
            </a:custGeom>
            <a:solidFill>
              <a:srgbClr val="801A10"/>
            </a:solidFill>
          </p:spPr>
        </p:sp>
        <p:sp>
          <p:nvSpPr>
            <p:cNvPr name="TextBox 4" id="4"/>
            <p:cNvSpPr txBox="true"/>
            <p:nvPr/>
          </p:nvSpPr>
          <p:spPr>
            <a:xfrm>
              <a:off x="120489" y="2381"/>
              <a:ext cx="530150" cy="229789"/>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0">
            <a:off x="652697" y="6417694"/>
            <a:ext cx="211507" cy="118870"/>
            <a:chOff x="0" y="0"/>
            <a:chExt cx="771128" cy="433384"/>
          </a:xfrm>
        </p:grpSpPr>
        <p:sp>
          <p:nvSpPr>
            <p:cNvPr name="Freeform 6" id="6"/>
            <p:cNvSpPr/>
            <p:nvPr/>
          </p:nvSpPr>
          <p:spPr>
            <a:xfrm flipH="false" flipV="false" rot="0">
              <a:off x="0" y="0"/>
              <a:ext cx="771128" cy="433384"/>
            </a:xfrm>
            <a:custGeom>
              <a:avLst/>
              <a:gdLst/>
              <a:ahLst/>
              <a:cxnLst/>
              <a:rect r="r" b="b" t="t" l="l"/>
              <a:pathLst>
                <a:path h="433384" w="771128">
                  <a:moveTo>
                    <a:pt x="385564" y="433384"/>
                  </a:moveTo>
                  <a:lnTo>
                    <a:pt x="771128" y="0"/>
                  </a:lnTo>
                  <a:lnTo>
                    <a:pt x="0" y="0"/>
                  </a:lnTo>
                  <a:lnTo>
                    <a:pt x="385564" y="433384"/>
                  </a:lnTo>
                  <a:close/>
                </a:path>
              </a:pathLst>
            </a:custGeom>
            <a:solidFill>
              <a:srgbClr val="801A10"/>
            </a:solidFill>
          </p:spPr>
        </p:sp>
        <p:sp>
          <p:nvSpPr>
            <p:cNvPr name="TextBox 7" id="7"/>
            <p:cNvSpPr txBox="true"/>
            <p:nvPr/>
          </p:nvSpPr>
          <p:spPr>
            <a:xfrm>
              <a:off x="120489" y="2381"/>
              <a:ext cx="530150" cy="229789"/>
            </a:xfrm>
            <a:prstGeom prst="rect">
              <a:avLst/>
            </a:prstGeom>
          </p:spPr>
          <p:txBody>
            <a:bodyPr anchor="ctr" rtlCol="false" tIns="50800" lIns="50800" bIns="50800" rIns="50800"/>
            <a:lstStyle/>
            <a:p>
              <a:pPr algn="ctr">
                <a:lnSpc>
                  <a:spcPts val="1960"/>
                </a:lnSpc>
              </a:pPr>
            </a:p>
          </p:txBody>
        </p:sp>
      </p:grpSp>
      <p:grpSp>
        <p:nvGrpSpPr>
          <p:cNvPr name="Group 8" id="8"/>
          <p:cNvGrpSpPr/>
          <p:nvPr/>
        </p:nvGrpSpPr>
        <p:grpSpPr>
          <a:xfrm rot="0">
            <a:off x="652697" y="4525741"/>
            <a:ext cx="211507" cy="118870"/>
            <a:chOff x="0" y="0"/>
            <a:chExt cx="771128" cy="433384"/>
          </a:xfrm>
        </p:grpSpPr>
        <p:sp>
          <p:nvSpPr>
            <p:cNvPr name="Freeform 9" id="9"/>
            <p:cNvSpPr/>
            <p:nvPr/>
          </p:nvSpPr>
          <p:spPr>
            <a:xfrm flipH="false" flipV="false" rot="0">
              <a:off x="0" y="0"/>
              <a:ext cx="771128" cy="433384"/>
            </a:xfrm>
            <a:custGeom>
              <a:avLst/>
              <a:gdLst/>
              <a:ahLst/>
              <a:cxnLst/>
              <a:rect r="r" b="b" t="t" l="l"/>
              <a:pathLst>
                <a:path h="433384" w="771128">
                  <a:moveTo>
                    <a:pt x="385564" y="433384"/>
                  </a:moveTo>
                  <a:lnTo>
                    <a:pt x="771128" y="0"/>
                  </a:lnTo>
                  <a:lnTo>
                    <a:pt x="0" y="0"/>
                  </a:lnTo>
                  <a:lnTo>
                    <a:pt x="385564" y="433384"/>
                  </a:lnTo>
                  <a:close/>
                </a:path>
              </a:pathLst>
            </a:custGeom>
            <a:solidFill>
              <a:srgbClr val="801A10"/>
            </a:solidFill>
          </p:spPr>
        </p:sp>
        <p:sp>
          <p:nvSpPr>
            <p:cNvPr name="TextBox 10" id="10"/>
            <p:cNvSpPr txBox="true"/>
            <p:nvPr/>
          </p:nvSpPr>
          <p:spPr>
            <a:xfrm>
              <a:off x="120489" y="2381"/>
              <a:ext cx="530150" cy="229789"/>
            </a:xfrm>
            <a:prstGeom prst="rect">
              <a:avLst/>
            </a:prstGeom>
          </p:spPr>
          <p:txBody>
            <a:bodyPr anchor="ctr" rtlCol="false" tIns="50800" lIns="50800" bIns="50800" rIns="50800"/>
            <a:lstStyle/>
            <a:p>
              <a:pPr algn="ctr">
                <a:lnSpc>
                  <a:spcPts val="1960"/>
                </a:lnSpc>
              </a:pPr>
            </a:p>
          </p:txBody>
        </p:sp>
      </p:grpSp>
      <p:grpSp>
        <p:nvGrpSpPr>
          <p:cNvPr name="Group 11" id="11"/>
          <p:cNvGrpSpPr/>
          <p:nvPr/>
        </p:nvGrpSpPr>
        <p:grpSpPr>
          <a:xfrm rot="0">
            <a:off x="756000" y="-329289"/>
            <a:ext cx="2537565" cy="11512209"/>
            <a:chOff x="0" y="0"/>
            <a:chExt cx="909406" cy="4125716"/>
          </a:xfrm>
        </p:grpSpPr>
        <p:sp>
          <p:nvSpPr>
            <p:cNvPr name="Freeform 12" id="12"/>
            <p:cNvSpPr/>
            <p:nvPr/>
          </p:nvSpPr>
          <p:spPr>
            <a:xfrm flipH="false" flipV="false" rot="0">
              <a:off x="0" y="0"/>
              <a:ext cx="909406" cy="4125716"/>
            </a:xfrm>
            <a:custGeom>
              <a:avLst/>
              <a:gdLst/>
              <a:ahLst/>
              <a:cxnLst/>
              <a:rect r="r" b="b" t="t" l="l"/>
              <a:pathLst>
                <a:path h="4125716" w="909406">
                  <a:moveTo>
                    <a:pt x="0" y="0"/>
                  </a:moveTo>
                  <a:lnTo>
                    <a:pt x="909406" y="0"/>
                  </a:lnTo>
                  <a:lnTo>
                    <a:pt x="909406" y="4125716"/>
                  </a:lnTo>
                  <a:lnTo>
                    <a:pt x="0" y="4125716"/>
                  </a:lnTo>
                  <a:close/>
                </a:path>
              </a:pathLst>
            </a:custGeom>
            <a:solidFill>
              <a:srgbClr val="120F0F"/>
            </a:solidFill>
          </p:spPr>
        </p:sp>
        <p:sp>
          <p:nvSpPr>
            <p:cNvPr name="TextBox 13" id="13"/>
            <p:cNvSpPr txBox="true"/>
            <p:nvPr/>
          </p:nvSpPr>
          <p:spPr>
            <a:xfrm>
              <a:off x="0" y="-28575"/>
              <a:ext cx="909406" cy="4154291"/>
            </a:xfrm>
            <a:prstGeom prst="rect">
              <a:avLst/>
            </a:prstGeom>
          </p:spPr>
          <p:txBody>
            <a:bodyPr anchor="ctr" rtlCol="false" tIns="50800" lIns="50800" bIns="50800" rIns="50800"/>
            <a:lstStyle/>
            <a:p>
              <a:pPr algn="ctr">
                <a:lnSpc>
                  <a:spcPts val="1960"/>
                </a:lnSpc>
              </a:pPr>
            </a:p>
          </p:txBody>
        </p:sp>
      </p:grpSp>
      <p:sp>
        <p:nvSpPr>
          <p:cNvPr name="Freeform 14" id="14"/>
          <p:cNvSpPr/>
          <p:nvPr/>
        </p:nvSpPr>
        <p:spPr>
          <a:xfrm flipH="false" flipV="false" rot="0">
            <a:off x="401769" y="501846"/>
            <a:ext cx="3246026" cy="3246026"/>
          </a:xfrm>
          <a:custGeom>
            <a:avLst/>
            <a:gdLst/>
            <a:ahLst/>
            <a:cxnLst/>
            <a:rect r="r" b="b" t="t" l="l"/>
            <a:pathLst>
              <a:path h="3246026" w="3246026">
                <a:moveTo>
                  <a:pt x="0" y="0"/>
                </a:moveTo>
                <a:lnTo>
                  <a:pt x="3246026" y="0"/>
                </a:lnTo>
                <a:lnTo>
                  <a:pt x="3246026" y="3246026"/>
                </a:lnTo>
                <a:lnTo>
                  <a:pt x="0" y="32460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0">
            <a:off x="2293369" y="1303206"/>
            <a:ext cx="5562296" cy="1643306"/>
            <a:chOff x="0" y="0"/>
            <a:chExt cx="1993401" cy="588924"/>
          </a:xfrm>
        </p:grpSpPr>
        <p:sp>
          <p:nvSpPr>
            <p:cNvPr name="Freeform 16" id="16"/>
            <p:cNvSpPr/>
            <p:nvPr/>
          </p:nvSpPr>
          <p:spPr>
            <a:xfrm flipH="false" flipV="false" rot="0">
              <a:off x="0" y="0"/>
              <a:ext cx="1993401" cy="588924"/>
            </a:xfrm>
            <a:custGeom>
              <a:avLst/>
              <a:gdLst/>
              <a:ahLst/>
              <a:cxnLst/>
              <a:rect r="r" b="b" t="t" l="l"/>
              <a:pathLst>
                <a:path h="588924" w="1993401">
                  <a:moveTo>
                    <a:pt x="0" y="0"/>
                  </a:moveTo>
                  <a:lnTo>
                    <a:pt x="1993401" y="0"/>
                  </a:lnTo>
                  <a:lnTo>
                    <a:pt x="1993401" y="588924"/>
                  </a:lnTo>
                  <a:lnTo>
                    <a:pt x="0" y="588924"/>
                  </a:lnTo>
                  <a:close/>
                </a:path>
              </a:pathLst>
            </a:custGeom>
            <a:solidFill>
              <a:srgbClr val="AF2417"/>
            </a:solidFill>
          </p:spPr>
        </p:sp>
        <p:sp>
          <p:nvSpPr>
            <p:cNvPr name="TextBox 17" id="17"/>
            <p:cNvSpPr txBox="true"/>
            <p:nvPr/>
          </p:nvSpPr>
          <p:spPr>
            <a:xfrm>
              <a:off x="0" y="-28575"/>
              <a:ext cx="1993401" cy="617499"/>
            </a:xfrm>
            <a:prstGeom prst="rect">
              <a:avLst/>
            </a:prstGeom>
          </p:spPr>
          <p:txBody>
            <a:bodyPr anchor="ctr" rtlCol="false" tIns="50800" lIns="50800" bIns="50800" rIns="50800"/>
            <a:lstStyle/>
            <a:p>
              <a:pPr algn="ctr">
                <a:lnSpc>
                  <a:spcPts val="1960"/>
                </a:lnSpc>
              </a:pPr>
            </a:p>
          </p:txBody>
        </p:sp>
      </p:grpSp>
      <p:grpSp>
        <p:nvGrpSpPr>
          <p:cNvPr name="Group 18" id="18"/>
          <p:cNvGrpSpPr/>
          <p:nvPr/>
        </p:nvGrpSpPr>
        <p:grpSpPr>
          <a:xfrm rot="0">
            <a:off x="652697" y="4142114"/>
            <a:ext cx="1351205" cy="383627"/>
            <a:chOff x="0" y="0"/>
            <a:chExt cx="484241" cy="137483"/>
          </a:xfrm>
        </p:grpSpPr>
        <p:sp>
          <p:nvSpPr>
            <p:cNvPr name="Freeform 19" id="19"/>
            <p:cNvSpPr/>
            <p:nvPr/>
          </p:nvSpPr>
          <p:spPr>
            <a:xfrm flipH="false" flipV="false" rot="0">
              <a:off x="0" y="0"/>
              <a:ext cx="484241" cy="137483"/>
            </a:xfrm>
            <a:custGeom>
              <a:avLst/>
              <a:gdLst/>
              <a:ahLst/>
              <a:cxnLst/>
              <a:rect r="r" b="b" t="t" l="l"/>
              <a:pathLst>
                <a:path h="137483" w="484241">
                  <a:moveTo>
                    <a:pt x="68742" y="0"/>
                  </a:moveTo>
                  <a:lnTo>
                    <a:pt x="415500" y="0"/>
                  </a:lnTo>
                  <a:cubicBezTo>
                    <a:pt x="433731" y="0"/>
                    <a:pt x="451216" y="7242"/>
                    <a:pt x="464108" y="20134"/>
                  </a:cubicBezTo>
                  <a:cubicBezTo>
                    <a:pt x="476999" y="33026"/>
                    <a:pt x="484241" y="50510"/>
                    <a:pt x="484241" y="68742"/>
                  </a:cubicBezTo>
                  <a:lnTo>
                    <a:pt x="484241" y="68742"/>
                  </a:lnTo>
                  <a:cubicBezTo>
                    <a:pt x="484241" y="86973"/>
                    <a:pt x="476999" y="104458"/>
                    <a:pt x="464108" y="117349"/>
                  </a:cubicBezTo>
                  <a:cubicBezTo>
                    <a:pt x="451216" y="130241"/>
                    <a:pt x="433731" y="137483"/>
                    <a:pt x="415500" y="137483"/>
                  </a:cubicBezTo>
                  <a:lnTo>
                    <a:pt x="68742" y="137483"/>
                  </a:lnTo>
                  <a:cubicBezTo>
                    <a:pt x="50510" y="137483"/>
                    <a:pt x="33026" y="130241"/>
                    <a:pt x="20134" y="117349"/>
                  </a:cubicBezTo>
                  <a:cubicBezTo>
                    <a:pt x="7242" y="104458"/>
                    <a:pt x="0" y="86973"/>
                    <a:pt x="0" y="68742"/>
                  </a:cubicBezTo>
                  <a:lnTo>
                    <a:pt x="0" y="68742"/>
                  </a:lnTo>
                  <a:cubicBezTo>
                    <a:pt x="0" y="50510"/>
                    <a:pt x="7242" y="33026"/>
                    <a:pt x="20134" y="20134"/>
                  </a:cubicBezTo>
                  <a:cubicBezTo>
                    <a:pt x="33026" y="7242"/>
                    <a:pt x="50510" y="0"/>
                    <a:pt x="68742" y="0"/>
                  </a:cubicBezTo>
                  <a:close/>
                </a:path>
              </a:pathLst>
            </a:custGeom>
            <a:solidFill>
              <a:srgbClr val="AF2417"/>
            </a:solidFill>
          </p:spPr>
        </p:sp>
        <p:sp>
          <p:nvSpPr>
            <p:cNvPr name="TextBox 20" id="20"/>
            <p:cNvSpPr txBox="true"/>
            <p:nvPr/>
          </p:nvSpPr>
          <p:spPr>
            <a:xfrm>
              <a:off x="0" y="-28575"/>
              <a:ext cx="484241" cy="166058"/>
            </a:xfrm>
            <a:prstGeom prst="rect">
              <a:avLst/>
            </a:prstGeom>
          </p:spPr>
          <p:txBody>
            <a:bodyPr anchor="ctr" rtlCol="false" tIns="50800" lIns="50800" bIns="50800" rIns="50800"/>
            <a:lstStyle/>
            <a:p>
              <a:pPr algn="ctr">
                <a:lnSpc>
                  <a:spcPts val="1960"/>
                </a:lnSpc>
              </a:pPr>
            </a:p>
          </p:txBody>
        </p:sp>
      </p:grpSp>
      <p:grpSp>
        <p:nvGrpSpPr>
          <p:cNvPr name="Group 21" id="21"/>
          <p:cNvGrpSpPr/>
          <p:nvPr/>
        </p:nvGrpSpPr>
        <p:grpSpPr>
          <a:xfrm rot="0">
            <a:off x="652697" y="4142114"/>
            <a:ext cx="222937" cy="383627"/>
            <a:chOff x="0" y="0"/>
            <a:chExt cx="79895" cy="137483"/>
          </a:xfrm>
        </p:grpSpPr>
        <p:sp>
          <p:nvSpPr>
            <p:cNvPr name="Freeform 22" id="22"/>
            <p:cNvSpPr/>
            <p:nvPr/>
          </p:nvSpPr>
          <p:spPr>
            <a:xfrm flipH="false" flipV="false" rot="0">
              <a:off x="0" y="0"/>
              <a:ext cx="79895" cy="137483"/>
            </a:xfrm>
            <a:custGeom>
              <a:avLst/>
              <a:gdLst/>
              <a:ahLst/>
              <a:cxnLst/>
              <a:rect r="r" b="b" t="t" l="l"/>
              <a:pathLst>
                <a:path h="137483" w="79895">
                  <a:moveTo>
                    <a:pt x="0" y="0"/>
                  </a:moveTo>
                  <a:lnTo>
                    <a:pt x="79895" y="0"/>
                  </a:lnTo>
                  <a:lnTo>
                    <a:pt x="79895" y="137483"/>
                  </a:lnTo>
                  <a:lnTo>
                    <a:pt x="0" y="137483"/>
                  </a:lnTo>
                  <a:close/>
                </a:path>
              </a:pathLst>
            </a:custGeom>
            <a:solidFill>
              <a:srgbClr val="AF2417"/>
            </a:solidFill>
          </p:spPr>
        </p:sp>
        <p:sp>
          <p:nvSpPr>
            <p:cNvPr name="TextBox 23" id="23"/>
            <p:cNvSpPr txBox="true"/>
            <p:nvPr/>
          </p:nvSpPr>
          <p:spPr>
            <a:xfrm>
              <a:off x="0" y="-28575"/>
              <a:ext cx="79895" cy="166058"/>
            </a:xfrm>
            <a:prstGeom prst="rect">
              <a:avLst/>
            </a:prstGeom>
          </p:spPr>
          <p:txBody>
            <a:bodyPr anchor="ctr" rtlCol="false" tIns="50800" lIns="50800" bIns="50800" rIns="50800"/>
            <a:lstStyle/>
            <a:p>
              <a:pPr algn="ctr">
                <a:lnSpc>
                  <a:spcPts val="1960"/>
                </a:lnSpc>
              </a:pPr>
            </a:p>
          </p:txBody>
        </p:sp>
      </p:grpSp>
      <p:grpSp>
        <p:nvGrpSpPr>
          <p:cNvPr name="Group 24" id="24"/>
          <p:cNvGrpSpPr/>
          <p:nvPr/>
        </p:nvGrpSpPr>
        <p:grpSpPr>
          <a:xfrm rot="0">
            <a:off x="652697" y="6034067"/>
            <a:ext cx="1201641" cy="383627"/>
            <a:chOff x="0" y="0"/>
            <a:chExt cx="430641" cy="137483"/>
          </a:xfrm>
        </p:grpSpPr>
        <p:sp>
          <p:nvSpPr>
            <p:cNvPr name="Freeform 25" id="25"/>
            <p:cNvSpPr/>
            <p:nvPr/>
          </p:nvSpPr>
          <p:spPr>
            <a:xfrm flipH="false" flipV="false" rot="0">
              <a:off x="0" y="0"/>
              <a:ext cx="430641" cy="137483"/>
            </a:xfrm>
            <a:custGeom>
              <a:avLst/>
              <a:gdLst/>
              <a:ahLst/>
              <a:cxnLst/>
              <a:rect r="r" b="b" t="t" l="l"/>
              <a:pathLst>
                <a:path h="137483" w="430641">
                  <a:moveTo>
                    <a:pt x="68742" y="0"/>
                  </a:moveTo>
                  <a:lnTo>
                    <a:pt x="361899" y="0"/>
                  </a:lnTo>
                  <a:cubicBezTo>
                    <a:pt x="380131" y="0"/>
                    <a:pt x="397615" y="7242"/>
                    <a:pt x="410507" y="20134"/>
                  </a:cubicBezTo>
                  <a:cubicBezTo>
                    <a:pt x="423399" y="33026"/>
                    <a:pt x="430641" y="50510"/>
                    <a:pt x="430641" y="68742"/>
                  </a:cubicBezTo>
                  <a:lnTo>
                    <a:pt x="430641" y="68742"/>
                  </a:lnTo>
                  <a:cubicBezTo>
                    <a:pt x="430641" y="86973"/>
                    <a:pt x="423399" y="104458"/>
                    <a:pt x="410507" y="117349"/>
                  </a:cubicBezTo>
                  <a:cubicBezTo>
                    <a:pt x="397615" y="130241"/>
                    <a:pt x="380131" y="137483"/>
                    <a:pt x="361899" y="137483"/>
                  </a:cubicBezTo>
                  <a:lnTo>
                    <a:pt x="68742" y="137483"/>
                  </a:lnTo>
                  <a:cubicBezTo>
                    <a:pt x="50510" y="137483"/>
                    <a:pt x="33026" y="130241"/>
                    <a:pt x="20134" y="117349"/>
                  </a:cubicBezTo>
                  <a:cubicBezTo>
                    <a:pt x="7242" y="104458"/>
                    <a:pt x="0" y="86973"/>
                    <a:pt x="0" y="68742"/>
                  </a:cubicBezTo>
                  <a:lnTo>
                    <a:pt x="0" y="68742"/>
                  </a:lnTo>
                  <a:cubicBezTo>
                    <a:pt x="0" y="50510"/>
                    <a:pt x="7242" y="33026"/>
                    <a:pt x="20134" y="20134"/>
                  </a:cubicBezTo>
                  <a:cubicBezTo>
                    <a:pt x="33026" y="7242"/>
                    <a:pt x="50510" y="0"/>
                    <a:pt x="68742" y="0"/>
                  </a:cubicBezTo>
                  <a:close/>
                </a:path>
              </a:pathLst>
            </a:custGeom>
            <a:solidFill>
              <a:srgbClr val="AF2417"/>
            </a:solidFill>
          </p:spPr>
        </p:sp>
        <p:sp>
          <p:nvSpPr>
            <p:cNvPr name="TextBox 26" id="26"/>
            <p:cNvSpPr txBox="true"/>
            <p:nvPr/>
          </p:nvSpPr>
          <p:spPr>
            <a:xfrm>
              <a:off x="0" y="-28575"/>
              <a:ext cx="430641" cy="166058"/>
            </a:xfrm>
            <a:prstGeom prst="rect">
              <a:avLst/>
            </a:prstGeom>
          </p:spPr>
          <p:txBody>
            <a:bodyPr anchor="ctr" rtlCol="false" tIns="50800" lIns="50800" bIns="50800" rIns="50800"/>
            <a:lstStyle/>
            <a:p>
              <a:pPr algn="ctr">
                <a:lnSpc>
                  <a:spcPts val="1960"/>
                </a:lnSpc>
              </a:pPr>
            </a:p>
          </p:txBody>
        </p:sp>
      </p:grpSp>
      <p:grpSp>
        <p:nvGrpSpPr>
          <p:cNvPr name="Group 27" id="27"/>
          <p:cNvGrpSpPr/>
          <p:nvPr/>
        </p:nvGrpSpPr>
        <p:grpSpPr>
          <a:xfrm rot="0">
            <a:off x="652697" y="6034067"/>
            <a:ext cx="222937" cy="383627"/>
            <a:chOff x="0" y="0"/>
            <a:chExt cx="79895" cy="137483"/>
          </a:xfrm>
        </p:grpSpPr>
        <p:sp>
          <p:nvSpPr>
            <p:cNvPr name="Freeform 28" id="28"/>
            <p:cNvSpPr/>
            <p:nvPr/>
          </p:nvSpPr>
          <p:spPr>
            <a:xfrm flipH="false" flipV="false" rot="0">
              <a:off x="0" y="0"/>
              <a:ext cx="79895" cy="137483"/>
            </a:xfrm>
            <a:custGeom>
              <a:avLst/>
              <a:gdLst/>
              <a:ahLst/>
              <a:cxnLst/>
              <a:rect r="r" b="b" t="t" l="l"/>
              <a:pathLst>
                <a:path h="137483" w="79895">
                  <a:moveTo>
                    <a:pt x="0" y="0"/>
                  </a:moveTo>
                  <a:lnTo>
                    <a:pt x="79895" y="0"/>
                  </a:lnTo>
                  <a:lnTo>
                    <a:pt x="79895" y="137483"/>
                  </a:lnTo>
                  <a:lnTo>
                    <a:pt x="0" y="137483"/>
                  </a:lnTo>
                  <a:close/>
                </a:path>
              </a:pathLst>
            </a:custGeom>
            <a:solidFill>
              <a:srgbClr val="AF2417"/>
            </a:solidFill>
          </p:spPr>
        </p:sp>
        <p:sp>
          <p:nvSpPr>
            <p:cNvPr name="TextBox 29" id="29"/>
            <p:cNvSpPr txBox="true"/>
            <p:nvPr/>
          </p:nvSpPr>
          <p:spPr>
            <a:xfrm>
              <a:off x="0" y="-28575"/>
              <a:ext cx="79895" cy="166058"/>
            </a:xfrm>
            <a:prstGeom prst="rect">
              <a:avLst/>
            </a:prstGeom>
          </p:spPr>
          <p:txBody>
            <a:bodyPr anchor="ctr" rtlCol="false" tIns="50800" lIns="50800" bIns="50800" rIns="50800"/>
            <a:lstStyle/>
            <a:p>
              <a:pPr algn="ctr">
                <a:lnSpc>
                  <a:spcPts val="1960"/>
                </a:lnSpc>
              </a:pPr>
            </a:p>
          </p:txBody>
        </p:sp>
      </p:grpSp>
      <p:grpSp>
        <p:nvGrpSpPr>
          <p:cNvPr name="Group 30" id="30"/>
          <p:cNvGrpSpPr/>
          <p:nvPr/>
        </p:nvGrpSpPr>
        <p:grpSpPr>
          <a:xfrm rot="0">
            <a:off x="652697" y="8641908"/>
            <a:ext cx="1618048" cy="383627"/>
            <a:chOff x="0" y="0"/>
            <a:chExt cx="579872" cy="137483"/>
          </a:xfrm>
        </p:grpSpPr>
        <p:sp>
          <p:nvSpPr>
            <p:cNvPr name="Freeform 31" id="31"/>
            <p:cNvSpPr/>
            <p:nvPr/>
          </p:nvSpPr>
          <p:spPr>
            <a:xfrm flipH="false" flipV="false" rot="0">
              <a:off x="0" y="0"/>
              <a:ext cx="579872" cy="137483"/>
            </a:xfrm>
            <a:custGeom>
              <a:avLst/>
              <a:gdLst/>
              <a:ahLst/>
              <a:cxnLst/>
              <a:rect r="r" b="b" t="t" l="l"/>
              <a:pathLst>
                <a:path h="137483" w="579872">
                  <a:moveTo>
                    <a:pt x="68742" y="0"/>
                  </a:moveTo>
                  <a:lnTo>
                    <a:pt x="511130" y="0"/>
                  </a:lnTo>
                  <a:cubicBezTo>
                    <a:pt x="529362" y="0"/>
                    <a:pt x="546846" y="7242"/>
                    <a:pt x="559738" y="20134"/>
                  </a:cubicBezTo>
                  <a:cubicBezTo>
                    <a:pt x="572629" y="33026"/>
                    <a:pt x="579872" y="50510"/>
                    <a:pt x="579872" y="68742"/>
                  </a:cubicBezTo>
                  <a:lnTo>
                    <a:pt x="579872" y="68742"/>
                  </a:lnTo>
                  <a:cubicBezTo>
                    <a:pt x="579872" y="86973"/>
                    <a:pt x="572629" y="104458"/>
                    <a:pt x="559738" y="117349"/>
                  </a:cubicBezTo>
                  <a:cubicBezTo>
                    <a:pt x="546846" y="130241"/>
                    <a:pt x="529362" y="137483"/>
                    <a:pt x="511130" y="137483"/>
                  </a:cubicBezTo>
                  <a:lnTo>
                    <a:pt x="68742" y="137483"/>
                  </a:lnTo>
                  <a:cubicBezTo>
                    <a:pt x="50510" y="137483"/>
                    <a:pt x="33026" y="130241"/>
                    <a:pt x="20134" y="117349"/>
                  </a:cubicBezTo>
                  <a:cubicBezTo>
                    <a:pt x="7242" y="104458"/>
                    <a:pt x="0" y="86973"/>
                    <a:pt x="0" y="68742"/>
                  </a:cubicBezTo>
                  <a:lnTo>
                    <a:pt x="0" y="68742"/>
                  </a:lnTo>
                  <a:cubicBezTo>
                    <a:pt x="0" y="50510"/>
                    <a:pt x="7242" y="33026"/>
                    <a:pt x="20134" y="20134"/>
                  </a:cubicBezTo>
                  <a:cubicBezTo>
                    <a:pt x="33026" y="7242"/>
                    <a:pt x="50510" y="0"/>
                    <a:pt x="68742" y="0"/>
                  </a:cubicBezTo>
                  <a:close/>
                </a:path>
              </a:pathLst>
            </a:custGeom>
            <a:solidFill>
              <a:srgbClr val="AF2417"/>
            </a:solidFill>
          </p:spPr>
        </p:sp>
        <p:sp>
          <p:nvSpPr>
            <p:cNvPr name="TextBox 32" id="32"/>
            <p:cNvSpPr txBox="true"/>
            <p:nvPr/>
          </p:nvSpPr>
          <p:spPr>
            <a:xfrm>
              <a:off x="0" y="-28575"/>
              <a:ext cx="579872" cy="166058"/>
            </a:xfrm>
            <a:prstGeom prst="rect">
              <a:avLst/>
            </a:prstGeom>
          </p:spPr>
          <p:txBody>
            <a:bodyPr anchor="ctr" rtlCol="false" tIns="50800" lIns="50800" bIns="50800" rIns="50800"/>
            <a:lstStyle/>
            <a:p>
              <a:pPr algn="ctr">
                <a:lnSpc>
                  <a:spcPts val="1960"/>
                </a:lnSpc>
              </a:pPr>
            </a:p>
          </p:txBody>
        </p:sp>
      </p:grpSp>
      <p:grpSp>
        <p:nvGrpSpPr>
          <p:cNvPr name="Group 33" id="33"/>
          <p:cNvGrpSpPr/>
          <p:nvPr/>
        </p:nvGrpSpPr>
        <p:grpSpPr>
          <a:xfrm rot="0">
            <a:off x="652697" y="8641908"/>
            <a:ext cx="222937" cy="383627"/>
            <a:chOff x="0" y="0"/>
            <a:chExt cx="79895" cy="137483"/>
          </a:xfrm>
        </p:grpSpPr>
        <p:sp>
          <p:nvSpPr>
            <p:cNvPr name="Freeform 34" id="34"/>
            <p:cNvSpPr/>
            <p:nvPr/>
          </p:nvSpPr>
          <p:spPr>
            <a:xfrm flipH="false" flipV="false" rot="0">
              <a:off x="0" y="0"/>
              <a:ext cx="79895" cy="137483"/>
            </a:xfrm>
            <a:custGeom>
              <a:avLst/>
              <a:gdLst/>
              <a:ahLst/>
              <a:cxnLst/>
              <a:rect r="r" b="b" t="t" l="l"/>
              <a:pathLst>
                <a:path h="137483" w="79895">
                  <a:moveTo>
                    <a:pt x="0" y="0"/>
                  </a:moveTo>
                  <a:lnTo>
                    <a:pt x="79895" y="0"/>
                  </a:lnTo>
                  <a:lnTo>
                    <a:pt x="79895" y="137483"/>
                  </a:lnTo>
                  <a:lnTo>
                    <a:pt x="0" y="137483"/>
                  </a:lnTo>
                  <a:close/>
                </a:path>
              </a:pathLst>
            </a:custGeom>
            <a:solidFill>
              <a:srgbClr val="AF2417"/>
            </a:solidFill>
          </p:spPr>
        </p:sp>
        <p:sp>
          <p:nvSpPr>
            <p:cNvPr name="TextBox 35" id="35"/>
            <p:cNvSpPr txBox="true"/>
            <p:nvPr/>
          </p:nvSpPr>
          <p:spPr>
            <a:xfrm>
              <a:off x="0" y="-28575"/>
              <a:ext cx="79895" cy="166058"/>
            </a:xfrm>
            <a:prstGeom prst="rect">
              <a:avLst/>
            </a:prstGeom>
          </p:spPr>
          <p:txBody>
            <a:bodyPr anchor="ctr" rtlCol="false" tIns="50800" lIns="50800" bIns="50800" rIns="50800"/>
            <a:lstStyle/>
            <a:p>
              <a:pPr algn="ctr">
                <a:lnSpc>
                  <a:spcPts val="1960"/>
                </a:lnSpc>
              </a:pPr>
            </a:p>
          </p:txBody>
        </p:sp>
      </p:grpSp>
      <p:grpSp>
        <p:nvGrpSpPr>
          <p:cNvPr name="Group 36" id="36"/>
          <p:cNvGrpSpPr/>
          <p:nvPr/>
        </p:nvGrpSpPr>
        <p:grpSpPr>
          <a:xfrm rot="0">
            <a:off x="558163" y="658239"/>
            <a:ext cx="2933239" cy="2933239"/>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3827"/>
            </a:solidFill>
          </p:spPr>
        </p:sp>
        <p:sp>
          <p:nvSpPr>
            <p:cNvPr name="TextBox 38" id="38"/>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sp>
        <p:nvSpPr>
          <p:cNvPr name="Freeform 39" id="39"/>
          <p:cNvSpPr/>
          <p:nvPr/>
        </p:nvSpPr>
        <p:spPr>
          <a:xfrm flipH="false" flipV="false" rot="0">
            <a:off x="652697" y="752773"/>
            <a:ext cx="445873" cy="2744171"/>
          </a:xfrm>
          <a:custGeom>
            <a:avLst/>
            <a:gdLst/>
            <a:ahLst/>
            <a:cxnLst/>
            <a:rect r="r" b="b" t="t" l="l"/>
            <a:pathLst>
              <a:path h="2744171" w="445873">
                <a:moveTo>
                  <a:pt x="0" y="0"/>
                </a:moveTo>
                <a:lnTo>
                  <a:pt x="445873" y="0"/>
                </a:lnTo>
                <a:lnTo>
                  <a:pt x="445873" y="2744171"/>
                </a:lnTo>
                <a:lnTo>
                  <a:pt x="0" y="2744171"/>
                </a:lnTo>
                <a:lnTo>
                  <a:pt x="0" y="0"/>
                </a:lnTo>
                <a:close/>
              </a:path>
            </a:pathLst>
          </a:custGeom>
          <a:blipFill>
            <a:blip r:embed="rId2">
              <a:extLst>
                <a:ext uri="{96DAC541-7B7A-43D3-8B79-37D633B846F1}">
                  <asvg:svgBlip xmlns:asvg="http://schemas.microsoft.com/office/drawing/2016/SVG/main" r:embed="rId3"/>
                </a:ext>
              </a:extLst>
            </a:blip>
            <a:stretch>
              <a:fillRect l="0" t="0" r="-515459" b="0"/>
            </a:stretch>
          </a:blipFill>
        </p:spPr>
      </p:sp>
      <p:sp>
        <p:nvSpPr>
          <p:cNvPr name="Freeform 40" id="40"/>
          <p:cNvSpPr/>
          <p:nvPr/>
        </p:nvSpPr>
        <p:spPr>
          <a:xfrm flipH="true" flipV="false" rot="0">
            <a:off x="2934202" y="752773"/>
            <a:ext cx="445873" cy="2744171"/>
          </a:xfrm>
          <a:custGeom>
            <a:avLst/>
            <a:gdLst/>
            <a:ahLst/>
            <a:cxnLst/>
            <a:rect r="r" b="b" t="t" l="l"/>
            <a:pathLst>
              <a:path h="2744171" w="445873">
                <a:moveTo>
                  <a:pt x="445873" y="0"/>
                </a:moveTo>
                <a:lnTo>
                  <a:pt x="0" y="0"/>
                </a:lnTo>
                <a:lnTo>
                  <a:pt x="0" y="2744171"/>
                </a:lnTo>
                <a:lnTo>
                  <a:pt x="445873" y="2744171"/>
                </a:lnTo>
                <a:lnTo>
                  <a:pt x="445873" y="0"/>
                </a:lnTo>
                <a:close/>
              </a:path>
            </a:pathLst>
          </a:custGeom>
          <a:blipFill>
            <a:blip r:embed="rId2">
              <a:extLst>
                <a:ext uri="{96DAC541-7B7A-43D3-8B79-37D633B846F1}">
                  <asvg:svgBlip xmlns:asvg="http://schemas.microsoft.com/office/drawing/2016/SVG/main" r:embed="rId3"/>
                </a:ext>
              </a:extLst>
            </a:blip>
            <a:stretch>
              <a:fillRect l="0" t="0" r="-515459" b="0"/>
            </a:stretch>
          </a:blipFill>
        </p:spPr>
      </p:sp>
      <p:grpSp>
        <p:nvGrpSpPr>
          <p:cNvPr name="Group 41" id="41"/>
          <p:cNvGrpSpPr/>
          <p:nvPr/>
        </p:nvGrpSpPr>
        <p:grpSpPr>
          <a:xfrm rot="0">
            <a:off x="814795" y="914871"/>
            <a:ext cx="2419975" cy="2419975"/>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78034" t="0" r="-80198" b="-72477"/>
              </a:stretch>
            </a:blipFill>
            <a:ln w="38100" cap="sq">
              <a:solidFill>
                <a:srgbClr val="FDFDFD"/>
              </a:solidFill>
              <a:prstDash val="solid"/>
              <a:miter/>
            </a:ln>
          </p:spPr>
        </p:sp>
      </p:grpSp>
      <p:sp>
        <p:nvSpPr>
          <p:cNvPr name="TextBox 43" id="43"/>
          <p:cNvSpPr txBox="true"/>
          <p:nvPr/>
        </p:nvSpPr>
        <p:spPr>
          <a:xfrm rot="0">
            <a:off x="3993987" y="1789771"/>
            <a:ext cx="3075853" cy="376940"/>
          </a:xfrm>
          <a:prstGeom prst="rect">
            <a:avLst/>
          </a:prstGeom>
        </p:spPr>
        <p:txBody>
          <a:bodyPr anchor="t" rtlCol="false" tIns="0" lIns="0" bIns="0" rIns="0">
            <a:spAutoFit/>
          </a:bodyPr>
          <a:lstStyle/>
          <a:p>
            <a:pPr algn="l">
              <a:lnSpc>
                <a:spcPts val="2989"/>
              </a:lnSpc>
            </a:pPr>
            <a:r>
              <a:rPr lang="en-US" sz="2959" b="true">
                <a:solidFill>
                  <a:srgbClr val="FDFDFD"/>
                </a:solidFill>
                <a:latin typeface="Red Hat Display Bold"/>
                <a:ea typeface="Red Hat Display Bold"/>
                <a:cs typeface="Red Hat Display Bold"/>
                <a:sym typeface="Red Hat Display Bold"/>
              </a:rPr>
              <a:t>Riaan Chandran</a:t>
            </a:r>
          </a:p>
        </p:txBody>
      </p:sp>
      <p:sp>
        <p:nvSpPr>
          <p:cNvPr name="TextBox 44" id="44"/>
          <p:cNvSpPr txBox="true"/>
          <p:nvPr/>
        </p:nvSpPr>
        <p:spPr>
          <a:xfrm rot="0">
            <a:off x="3993987" y="2115861"/>
            <a:ext cx="2210051" cy="338761"/>
          </a:xfrm>
          <a:prstGeom prst="rect">
            <a:avLst/>
          </a:prstGeom>
        </p:spPr>
        <p:txBody>
          <a:bodyPr anchor="t" rtlCol="false" tIns="0" lIns="0" bIns="0" rIns="0">
            <a:spAutoFit/>
          </a:bodyPr>
          <a:lstStyle/>
          <a:p>
            <a:pPr algn="l">
              <a:lnSpc>
                <a:spcPts val="2600"/>
              </a:lnSpc>
              <a:spcBef>
                <a:spcPct val="0"/>
              </a:spcBef>
            </a:pPr>
            <a:r>
              <a:rPr lang="en-US" sz="1857">
                <a:solidFill>
                  <a:srgbClr val="FDFDFD"/>
                </a:solidFill>
                <a:latin typeface="Poppins"/>
                <a:ea typeface="Poppins"/>
                <a:cs typeface="Poppins"/>
                <a:sym typeface="Poppins"/>
              </a:rPr>
              <a:t>Digital Marketing</a:t>
            </a:r>
          </a:p>
        </p:txBody>
      </p:sp>
      <p:sp>
        <p:nvSpPr>
          <p:cNvPr name="TextBox 45" id="45"/>
          <p:cNvSpPr txBox="true"/>
          <p:nvPr/>
        </p:nvSpPr>
        <p:spPr>
          <a:xfrm rot="0">
            <a:off x="989756" y="4225342"/>
            <a:ext cx="963317" cy="198120"/>
          </a:xfrm>
          <a:prstGeom prst="rect">
            <a:avLst/>
          </a:prstGeom>
        </p:spPr>
        <p:txBody>
          <a:bodyPr anchor="t" rtlCol="false" tIns="0" lIns="0" bIns="0" rIns="0">
            <a:spAutoFit/>
          </a:bodyPr>
          <a:lstStyle/>
          <a:p>
            <a:pPr algn="l">
              <a:lnSpc>
                <a:spcPts val="1679"/>
              </a:lnSpc>
              <a:spcBef>
                <a:spcPct val="0"/>
              </a:spcBef>
            </a:pPr>
            <a:r>
              <a:rPr lang="en-US" b="true" sz="1200">
                <a:solidFill>
                  <a:srgbClr val="FDFDFD"/>
                </a:solidFill>
                <a:latin typeface="Red Hat Display Bold"/>
                <a:ea typeface="Red Hat Display Bold"/>
                <a:cs typeface="Red Hat Display Bold"/>
                <a:sym typeface="Red Hat Display Bold"/>
              </a:rPr>
              <a:t>CONTACT</a:t>
            </a:r>
          </a:p>
        </p:txBody>
      </p:sp>
      <p:sp>
        <p:nvSpPr>
          <p:cNvPr name="Freeform 46" id="46"/>
          <p:cNvSpPr/>
          <p:nvPr/>
        </p:nvSpPr>
        <p:spPr>
          <a:xfrm flipH="false" flipV="false" rot="0">
            <a:off x="1130966" y="4867982"/>
            <a:ext cx="151635" cy="151635"/>
          </a:xfrm>
          <a:custGeom>
            <a:avLst/>
            <a:gdLst/>
            <a:ahLst/>
            <a:cxnLst/>
            <a:rect r="r" b="b" t="t" l="l"/>
            <a:pathLst>
              <a:path h="151635" w="151635">
                <a:moveTo>
                  <a:pt x="0" y="0"/>
                </a:moveTo>
                <a:lnTo>
                  <a:pt x="151636" y="0"/>
                </a:lnTo>
                <a:lnTo>
                  <a:pt x="151636" y="151636"/>
                </a:lnTo>
                <a:lnTo>
                  <a:pt x="0" y="1516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7" id="47"/>
          <p:cNvSpPr/>
          <p:nvPr/>
        </p:nvSpPr>
        <p:spPr>
          <a:xfrm flipH="false" flipV="false" rot="0">
            <a:off x="1130966" y="5152926"/>
            <a:ext cx="151635" cy="151635"/>
          </a:xfrm>
          <a:custGeom>
            <a:avLst/>
            <a:gdLst/>
            <a:ahLst/>
            <a:cxnLst/>
            <a:rect r="r" b="b" t="t" l="l"/>
            <a:pathLst>
              <a:path h="151635" w="151635">
                <a:moveTo>
                  <a:pt x="0" y="0"/>
                </a:moveTo>
                <a:lnTo>
                  <a:pt x="151636" y="0"/>
                </a:lnTo>
                <a:lnTo>
                  <a:pt x="151636" y="151636"/>
                </a:lnTo>
                <a:lnTo>
                  <a:pt x="0" y="1516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8" id="48"/>
          <p:cNvSpPr/>
          <p:nvPr/>
        </p:nvSpPr>
        <p:spPr>
          <a:xfrm flipH="false" flipV="false" rot="0">
            <a:off x="1130966" y="5437912"/>
            <a:ext cx="151635" cy="151635"/>
          </a:xfrm>
          <a:custGeom>
            <a:avLst/>
            <a:gdLst/>
            <a:ahLst/>
            <a:cxnLst/>
            <a:rect r="r" b="b" t="t" l="l"/>
            <a:pathLst>
              <a:path h="151635" w="151635">
                <a:moveTo>
                  <a:pt x="0" y="0"/>
                </a:moveTo>
                <a:lnTo>
                  <a:pt x="151636" y="0"/>
                </a:lnTo>
                <a:lnTo>
                  <a:pt x="151636" y="151635"/>
                </a:lnTo>
                <a:lnTo>
                  <a:pt x="0" y="15163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49" id="49"/>
          <p:cNvSpPr txBox="true"/>
          <p:nvPr/>
        </p:nvSpPr>
        <p:spPr>
          <a:xfrm rot="0">
            <a:off x="1403776" y="4862859"/>
            <a:ext cx="901124" cy="142833"/>
          </a:xfrm>
          <a:prstGeom prst="rect">
            <a:avLst/>
          </a:prstGeom>
        </p:spPr>
        <p:txBody>
          <a:bodyPr anchor="t" rtlCol="false" tIns="0" lIns="0" bIns="0" rIns="0">
            <a:spAutoFit/>
          </a:bodyPr>
          <a:lstStyle/>
          <a:p>
            <a:pPr algn="l">
              <a:lnSpc>
                <a:spcPts val="1203"/>
              </a:lnSpc>
              <a:spcBef>
                <a:spcPct val="0"/>
              </a:spcBef>
            </a:pPr>
            <a:r>
              <a:rPr lang="en-US" sz="859">
                <a:solidFill>
                  <a:srgbClr val="FDFDFD"/>
                </a:solidFill>
                <a:latin typeface="Poppins"/>
                <a:ea typeface="Poppins"/>
                <a:cs typeface="Poppins"/>
                <a:sym typeface="Poppins"/>
              </a:rPr>
              <a:t>+123-456-7890</a:t>
            </a:r>
          </a:p>
        </p:txBody>
      </p:sp>
      <p:sp>
        <p:nvSpPr>
          <p:cNvPr name="TextBox 50" id="50"/>
          <p:cNvSpPr txBox="true"/>
          <p:nvPr/>
        </p:nvSpPr>
        <p:spPr>
          <a:xfrm rot="0">
            <a:off x="1403776" y="5147803"/>
            <a:ext cx="1473062" cy="142833"/>
          </a:xfrm>
          <a:prstGeom prst="rect">
            <a:avLst/>
          </a:prstGeom>
        </p:spPr>
        <p:txBody>
          <a:bodyPr anchor="t" rtlCol="false" tIns="0" lIns="0" bIns="0" rIns="0">
            <a:spAutoFit/>
          </a:bodyPr>
          <a:lstStyle/>
          <a:p>
            <a:pPr algn="l">
              <a:lnSpc>
                <a:spcPts val="1203"/>
              </a:lnSpc>
              <a:spcBef>
                <a:spcPct val="0"/>
              </a:spcBef>
            </a:pPr>
            <a:r>
              <a:rPr lang="en-US" sz="859">
                <a:solidFill>
                  <a:srgbClr val="FDFDFD"/>
                </a:solidFill>
                <a:latin typeface="Poppins"/>
                <a:ea typeface="Poppins"/>
                <a:cs typeface="Poppins"/>
                <a:sym typeface="Poppins"/>
              </a:rPr>
              <a:t>123 Anywhere St., Any City</a:t>
            </a:r>
          </a:p>
        </p:txBody>
      </p:sp>
      <p:sp>
        <p:nvSpPr>
          <p:cNvPr name="TextBox 51" id="51"/>
          <p:cNvSpPr txBox="true"/>
          <p:nvPr/>
        </p:nvSpPr>
        <p:spPr>
          <a:xfrm rot="0">
            <a:off x="1403776" y="5432788"/>
            <a:ext cx="1464408" cy="142833"/>
          </a:xfrm>
          <a:prstGeom prst="rect">
            <a:avLst/>
          </a:prstGeom>
        </p:spPr>
        <p:txBody>
          <a:bodyPr anchor="t" rtlCol="false" tIns="0" lIns="0" bIns="0" rIns="0">
            <a:spAutoFit/>
          </a:bodyPr>
          <a:lstStyle/>
          <a:p>
            <a:pPr algn="l">
              <a:lnSpc>
                <a:spcPts val="1203"/>
              </a:lnSpc>
              <a:spcBef>
                <a:spcPct val="0"/>
              </a:spcBef>
            </a:pPr>
            <a:r>
              <a:rPr lang="en-US" sz="859">
                <a:solidFill>
                  <a:srgbClr val="FDFDFD"/>
                </a:solidFill>
                <a:latin typeface="Poppins"/>
                <a:ea typeface="Poppins"/>
                <a:cs typeface="Poppins"/>
                <a:sym typeface="Poppins"/>
              </a:rPr>
              <a:t>hello@reallygreatsite.com</a:t>
            </a:r>
          </a:p>
        </p:txBody>
      </p:sp>
      <p:sp>
        <p:nvSpPr>
          <p:cNvPr name="TextBox 52" id="52"/>
          <p:cNvSpPr txBox="true"/>
          <p:nvPr/>
        </p:nvSpPr>
        <p:spPr>
          <a:xfrm rot="0">
            <a:off x="989756" y="6117295"/>
            <a:ext cx="617592" cy="198120"/>
          </a:xfrm>
          <a:prstGeom prst="rect">
            <a:avLst/>
          </a:prstGeom>
        </p:spPr>
        <p:txBody>
          <a:bodyPr anchor="t" rtlCol="false" tIns="0" lIns="0" bIns="0" rIns="0">
            <a:spAutoFit/>
          </a:bodyPr>
          <a:lstStyle/>
          <a:p>
            <a:pPr algn="l">
              <a:lnSpc>
                <a:spcPts val="1679"/>
              </a:lnSpc>
              <a:spcBef>
                <a:spcPct val="0"/>
              </a:spcBef>
            </a:pPr>
            <a:r>
              <a:rPr lang="en-US" b="true" sz="1200">
                <a:solidFill>
                  <a:srgbClr val="FDFDFD"/>
                </a:solidFill>
                <a:latin typeface="Red Hat Display Bold"/>
                <a:ea typeface="Red Hat Display Bold"/>
                <a:cs typeface="Red Hat Display Bold"/>
                <a:sym typeface="Red Hat Display Bold"/>
              </a:rPr>
              <a:t>SKILLS</a:t>
            </a:r>
          </a:p>
        </p:txBody>
      </p:sp>
      <p:sp>
        <p:nvSpPr>
          <p:cNvPr name="TextBox 53" id="53"/>
          <p:cNvSpPr txBox="true"/>
          <p:nvPr/>
        </p:nvSpPr>
        <p:spPr>
          <a:xfrm rot="0">
            <a:off x="989756" y="8725136"/>
            <a:ext cx="1083355" cy="198120"/>
          </a:xfrm>
          <a:prstGeom prst="rect">
            <a:avLst/>
          </a:prstGeom>
        </p:spPr>
        <p:txBody>
          <a:bodyPr anchor="t" rtlCol="false" tIns="0" lIns="0" bIns="0" rIns="0">
            <a:spAutoFit/>
          </a:bodyPr>
          <a:lstStyle/>
          <a:p>
            <a:pPr algn="l">
              <a:lnSpc>
                <a:spcPts val="1679"/>
              </a:lnSpc>
              <a:spcBef>
                <a:spcPct val="0"/>
              </a:spcBef>
            </a:pPr>
            <a:r>
              <a:rPr lang="en-US" b="true" sz="1200">
                <a:solidFill>
                  <a:srgbClr val="FDFDFD"/>
                </a:solidFill>
                <a:latin typeface="Red Hat Display Bold"/>
                <a:ea typeface="Red Hat Display Bold"/>
                <a:cs typeface="Red Hat Display Bold"/>
                <a:sym typeface="Red Hat Display Bold"/>
              </a:rPr>
              <a:t>LANGUAGES</a:t>
            </a:r>
          </a:p>
        </p:txBody>
      </p:sp>
      <p:sp>
        <p:nvSpPr>
          <p:cNvPr name="TextBox 54" id="54"/>
          <p:cNvSpPr txBox="true"/>
          <p:nvPr/>
        </p:nvSpPr>
        <p:spPr>
          <a:xfrm rot="0">
            <a:off x="1130966" y="8088772"/>
            <a:ext cx="1273712" cy="143104"/>
          </a:xfrm>
          <a:prstGeom prst="rect">
            <a:avLst/>
          </a:prstGeom>
        </p:spPr>
        <p:txBody>
          <a:bodyPr anchor="t" rtlCol="false" tIns="0" lIns="0" bIns="0" rIns="0">
            <a:spAutoFit/>
          </a:bodyPr>
          <a:lstStyle/>
          <a:p>
            <a:pPr algn="l" marL="186081" indent="-93041" lvl="1">
              <a:lnSpc>
                <a:spcPts val="1206"/>
              </a:lnSpc>
              <a:buFont typeface="Arial"/>
              <a:buChar char="•"/>
            </a:pPr>
            <a:r>
              <a:rPr lang="en-US" sz="861">
                <a:solidFill>
                  <a:srgbClr val="FDFDFD"/>
                </a:solidFill>
                <a:latin typeface="Poppins"/>
                <a:ea typeface="Poppins"/>
                <a:cs typeface="Poppins"/>
                <a:sym typeface="Poppins"/>
              </a:rPr>
              <a:t>Development</a:t>
            </a:r>
          </a:p>
        </p:txBody>
      </p:sp>
      <p:sp>
        <p:nvSpPr>
          <p:cNvPr name="TextBox 55" id="55"/>
          <p:cNvSpPr txBox="true"/>
          <p:nvPr/>
        </p:nvSpPr>
        <p:spPr>
          <a:xfrm rot="0">
            <a:off x="1130966" y="9416060"/>
            <a:ext cx="872936" cy="143104"/>
          </a:xfrm>
          <a:prstGeom prst="rect">
            <a:avLst/>
          </a:prstGeom>
        </p:spPr>
        <p:txBody>
          <a:bodyPr anchor="t" rtlCol="false" tIns="0" lIns="0" bIns="0" rIns="0">
            <a:spAutoFit/>
          </a:bodyPr>
          <a:lstStyle/>
          <a:p>
            <a:pPr algn="l" marL="186081" indent="-93041" lvl="1">
              <a:lnSpc>
                <a:spcPts val="1206"/>
              </a:lnSpc>
              <a:buFont typeface="Arial"/>
              <a:buChar char="•"/>
            </a:pPr>
            <a:r>
              <a:rPr lang="en-US" sz="861">
                <a:solidFill>
                  <a:srgbClr val="FDFDFD"/>
                </a:solidFill>
                <a:latin typeface="Poppins"/>
                <a:ea typeface="Poppins"/>
                <a:cs typeface="Poppins"/>
                <a:sym typeface="Poppins"/>
              </a:rPr>
              <a:t>Hindi</a:t>
            </a:r>
          </a:p>
        </p:txBody>
      </p:sp>
      <p:sp>
        <p:nvSpPr>
          <p:cNvPr name="TextBox 56" id="56"/>
          <p:cNvSpPr txBox="true"/>
          <p:nvPr/>
        </p:nvSpPr>
        <p:spPr>
          <a:xfrm rot="0">
            <a:off x="1130966" y="9657256"/>
            <a:ext cx="872936" cy="143104"/>
          </a:xfrm>
          <a:prstGeom prst="rect">
            <a:avLst/>
          </a:prstGeom>
        </p:spPr>
        <p:txBody>
          <a:bodyPr anchor="t" rtlCol="false" tIns="0" lIns="0" bIns="0" rIns="0">
            <a:spAutoFit/>
          </a:bodyPr>
          <a:lstStyle/>
          <a:p>
            <a:pPr algn="l" marL="186081" indent="-93041" lvl="1">
              <a:lnSpc>
                <a:spcPts val="1206"/>
              </a:lnSpc>
              <a:buFont typeface="Arial"/>
              <a:buChar char="•"/>
            </a:pPr>
            <a:r>
              <a:rPr lang="en-US" sz="861">
                <a:solidFill>
                  <a:srgbClr val="FDFDFD"/>
                </a:solidFill>
                <a:latin typeface="Poppins"/>
                <a:ea typeface="Poppins"/>
                <a:cs typeface="Poppins"/>
                <a:sym typeface="Poppins"/>
              </a:rPr>
              <a:t>English</a:t>
            </a:r>
          </a:p>
        </p:txBody>
      </p:sp>
      <p:sp>
        <p:nvSpPr>
          <p:cNvPr name="TextBox 57" id="57"/>
          <p:cNvSpPr txBox="true"/>
          <p:nvPr/>
        </p:nvSpPr>
        <p:spPr>
          <a:xfrm rot="0">
            <a:off x="1130966" y="9898452"/>
            <a:ext cx="1273712" cy="143104"/>
          </a:xfrm>
          <a:prstGeom prst="rect">
            <a:avLst/>
          </a:prstGeom>
        </p:spPr>
        <p:txBody>
          <a:bodyPr anchor="t" rtlCol="false" tIns="0" lIns="0" bIns="0" rIns="0">
            <a:spAutoFit/>
          </a:bodyPr>
          <a:lstStyle/>
          <a:p>
            <a:pPr algn="l" marL="186081" indent="-93041" lvl="1">
              <a:lnSpc>
                <a:spcPts val="1206"/>
              </a:lnSpc>
              <a:buFont typeface="Arial"/>
              <a:buChar char="•"/>
            </a:pPr>
            <a:r>
              <a:rPr lang="en-US" sz="861">
                <a:solidFill>
                  <a:srgbClr val="FDFDFD"/>
                </a:solidFill>
                <a:latin typeface="Poppins"/>
                <a:ea typeface="Poppins"/>
                <a:cs typeface="Poppins"/>
                <a:sym typeface="Poppins"/>
              </a:rPr>
              <a:t>Lorem Ipsum</a:t>
            </a:r>
          </a:p>
        </p:txBody>
      </p:sp>
      <p:sp>
        <p:nvSpPr>
          <p:cNvPr name="TextBox 58" id="58"/>
          <p:cNvSpPr txBox="true"/>
          <p:nvPr/>
        </p:nvSpPr>
        <p:spPr>
          <a:xfrm rot="0">
            <a:off x="1130966" y="6808675"/>
            <a:ext cx="873130" cy="143104"/>
          </a:xfrm>
          <a:prstGeom prst="rect">
            <a:avLst/>
          </a:prstGeom>
        </p:spPr>
        <p:txBody>
          <a:bodyPr anchor="t" rtlCol="false" tIns="0" lIns="0" bIns="0" rIns="0">
            <a:spAutoFit/>
          </a:bodyPr>
          <a:lstStyle/>
          <a:p>
            <a:pPr algn="l" marL="186081" indent="-93041" lvl="1">
              <a:lnSpc>
                <a:spcPts val="1206"/>
              </a:lnSpc>
              <a:buFont typeface="Arial"/>
              <a:buChar char="•"/>
            </a:pPr>
            <a:r>
              <a:rPr lang="en-US" sz="861">
                <a:solidFill>
                  <a:srgbClr val="FDFDFD"/>
                </a:solidFill>
                <a:latin typeface="Poppins"/>
                <a:ea typeface="Poppins"/>
                <a:cs typeface="Poppins"/>
                <a:sym typeface="Poppins"/>
              </a:rPr>
              <a:t>Techniques</a:t>
            </a:r>
          </a:p>
        </p:txBody>
      </p:sp>
      <p:sp>
        <p:nvSpPr>
          <p:cNvPr name="TextBox 59" id="59"/>
          <p:cNvSpPr txBox="true"/>
          <p:nvPr/>
        </p:nvSpPr>
        <p:spPr>
          <a:xfrm rot="0">
            <a:off x="1130966" y="7448724"/>
            <a:ext cx="1235185" cy="143104"/>
          </a:xfrm>
          <a:prstGeom prst="rect">
            <a:avLst/>
          </a:prstGeom>
        </p:spPr>
        <p:txBody>
          <a:bodyPr anchor="t" rtlCol="false" tIns="0" lIns="0" bIns="0" rIns="0">
            <a:spAutoFit/>
          </a:bodyPr>
          <a:lstStyle/>
          <a:p>
            <a:pPr algn="l" marL="186081" indent="-93041" lvl="1">
              <a:lnSpc>
                <a:spcPts val="1206"/>
              </a:lnSpc>
              <a:buFont typeface="Arial"/>
              <a:buChar char="•"/>
            </a:pPr>
            <a:r>
              <a:rPr lang="en-US" sz="861">
                <a:solidFill>
                  <a:srgbClr val="FDFDFD"/>
                </a:solidFill>
                <a:latin typeface="Poppins"/>
                <a:ea typeface="Poppins"/>
                <a:cs typeface="Poppins"/>
                <a:sym typeface="Poppins"/>
              </a:rPr>
              <a:t>Content Marketing</a:t>
            </a:r>
          </a:p>
        </p:txBody>
      </p:sp>
      <p:sp>
        <p:nvSpPr>
          <p:cNvPr name="TextBox 60" id="60"/>
          <p:cNvSpPr txBox="true"/>
          <p:nvPr/>
        </p:nvSpPr>
        <p:spPr>
          <a:xfrm rot="0">
            <a:off x="1130966" y="7768748"/>
            <a:ext cx="1320441" cy="143104"/>
          </a:xfrm>
          <a:prstGeom prst="rect">
            <a:avLst/>
          </a:prstGeom>
        </p:spPr>
        <p:txBody>
          <a:bodyPr anchor="t" rtlCol="false" tIns="0" lIns="0" bIns="0" rIns="0">
            <a:spAutoFit/>
          </a:bodyPr>
          <a:lstStyle/>
          <a:p>
            <a:pPr algn="l" marL="186081" indent="-93041" lvl="1">
              <a:lnSpc>
                <a:spcPts val="1206"/>
              </a:lnSpc>
              <a:buFont typeface="Arial"/>
              <a:buChar char="•"/>
            </a:pPr>
            <a:r>
              <a:rPr lang="en-US" sz="861">
                <a:solidFill>
                  <a:srgbClr val="FDFDFD"/>
                </a:solidFill>
                <a:latin typeface="Poppins"/>
                <a:ea typeface="Poppins"/>
                <a:cs typeface="Poppins"/>
                <a:sym typeface="Poppins"/>
              </a:rPr>
              <a:t>Mobile Marketing</a:t>
            </a:r>
          </a:p>
        </p:txBody>
      </p:sp>
      <p:sp>
        <p:nvSpPr>
          <p:cNvPr name="TextBox 61" id="61"/>
          <p:cNvSpPr txBox="true"/>
          <p:nvPr/>
        </p:nvSpPr>
        <p:spPr>
          <a:xfrm rot="0">
            <a:off x="1130966" y="7128699"/>
            <a:ext cx="1139778" cy="143104"/>
          </a:xfrm>
          <a:prstGeom prst="rect">
            <a:avLst/>
          </a:prstGeom>
        </p:spPr>
        <p:txBody>
          <a:bodyPr anchor="t" rtlCol="false" tIns="0" lIns="0" bIns="0" rIns="0">
            <a:spAutoFit/>
          </a:bodyPr>
          <a:lstStyle/>
          <a:p>
            <a:pPr algn="l" marL="186081" indent="-93041" lvl="1">
              <a:lnSpc>
                <a:spcPts val="1206"/>
              </a:lnSpc>
              <a:buFont typeface="Arial"/>
              <a:buChar char="•"/>
            </a:pPr>
            <a:r>
              <a:rPr lang="en-US" sz="861">
                <a:solidFill>
                  <a:srgbClr val="FDFDFD"/>
                </a:solidFill>
                <a:latin typeface="Poppins"/>
                <a:ea typeface="Poppins"/>
                <a:cs typeface="Poppins"/>
                <a:sym typeface="Poppins"/>
              </a:rPr>
              <a:t>Market Analysis</a:t>
            </a:r>
          </a:p>
        </p:txBody>
      </p:sp>
      <p:grpSp>
        <p:nvGrpSpPr>
          <p:cNvPr name="Group 62" id="62"/>
          <p:cNvGrpSpPr/>
          <p:nvPr/>
        </p:nvGrpSpPr>
        <p:grpSpPr>
          <a:xfrm rot="0">
            <a:off x="3736823" y="5437912"/>
            <a:ext cx="272117" cy="262054"/>
            <a:chOff x="0" y="0"/>
            <a:chExt cx="844012" cy="812800"/>
          </a:xfrm>
        </p:grpSpPr>
        <p:sp>
          <p:nvSpPr>
            <p:cNvPr name="Freeform 63" id="63"/>
            <p:cNvSpPr/>
            <p:nvPr/>
          </p:nvSpPr>
          <p:spPr>
            <a:xfrm flipH="false" flipV="false" rot="0">
              <a:off x="0" y="0"/>
              <a:ext cx="844012" cy="812800"/>
            </a:xfrm>
            <a:custGeom>
              <a:avLst/>
              <a:gdLst/>
              <a:ahLst/>
              <a:cxnLst/>
              <a:rect r="r" b="b" t="t" l="l"/>
              <a:pathLst>
                <a:path h="812800" w="844012">
                  <a:moveTo>
                    <a:pt x="422006" y="0"/>
                  </a:moveTo>
                  <a:cubicBezTo>
                    <a:pt x="188939" y="0"/>
                    <a:pt x="0" y="181951"/>
                    <a:pt x="0" y="406400"/>
                  </a:cubicBezTo>
                  <a:cubicBezTo>
                    <a:pt x="0" y="630849"/>
                    <a:pt x="188939" y="812800"/>
                    <a:pt x="422006" y="812800"/>
                  </a:cubicBezTo>
                  <a:cubicBezTo>
                    <a:pt x="655073" y="812800"/>
                    <a:pt x="844012" y="630849"/>
                    <a:pt x="844012" y="406400"/>
                  </a:cubicBezTo>
                  <a:cubicBezTo>
                    <a:pt x="844012" y="181951"/>
                    <a:pt x="655073" y="0"/>
                    <a:pt x="422006" y="0"/>
                  </a:cubicBezTo>
                  <a:close/>
                </a:path>
              </a:pathLst>
            </a:custGeom>
            <a:solidFill>
              <a:srgbClr val="D9D9D9"/>
            </a:solidFill>
          </p:spPr>
        </p:sp>
        <p:sp>
          <p:nvSpPr>
            <p:cNvPr name="TextBox 64" id="64"/>
            <p:cNvSpPr txBox="true"/>
            <p:nvPr/>
          </p:nvSpPr>
          <p:spPr>
            <a:xfrm>
              <a:off x="79126" y="47625"/>
              <a:ext cx="685760" cy="688975"/>
            </a:xfrm>
            <a:prstGeom prst="rect">
              <a:avLst/>
            </a:prstGeom>
          </p:spPr>
          <p:txBody>
            <a:bodyPr anchor="ctr" rtlCol="false" tIns="50800" lIns="50800" bIns="50800" rIns="50800"/>
            <a:lstStyle/>
            <a:p>
              <a:pPr algn="ctr">
                <a:lnSpc>
                  <a:spcPts val="1679"/>
                </a:lnSpc>
              </a:pPr>
            </a:p>
          </p:txBody>
        </p:sp>
      </p:grpSp>
      <p:grpSp>
        <p:nvGrpSpPr>
          <p:cNvPr name="Group 65" id="65"/>
          <p:cNvGrpSpPr/>
          <p:nvPr/>
        </p:nvGrpSpPr>
        <p:grpSpPr>
          <a:xfrm rot="0">
            <a:off x="3736823" y="3368678"/>
            <a:ext cx="272117" cy="262054"/>
            <a:chOff x="0" y="0"/>
            <a:chExt cx="844012" cy="812800"/>
          </a:xfrm>
        </p:grpSpPr>
        <p:sp>
          <p:nvSpPr>
            <p:cNvPr name="Freeform 66" id="66"/>
            <p:cNvSpPr/>
            <p:nvPr/>
          </p:nvSpPr>
          <p:spPr>
            <a:xfrm flipH="false" flipV="false" rot="0">
              <a:off x="0" y="0"/>
              <a:ext cx="844012" cy="812800"/>
            </a:xfrm>
            <a:custGeom>
              <a:avLst/>
              <a:gdLst/>
              <a:ahLst/>
              <a:cxnLst/>
              <a:rect r="r" b="b" t="t" l="l"/>
              <a:pathLst>
                <a:path h="812800" w="844012">
                  <a:moveTo>
                    <a:pt x="422006" y="0"/>
                  </a:moveTo>
                  <a:cubicBezTo>
                    <a:pt x="188939" y="0"/>
                    <a:pt x="0" y="181951"/>
                    <a:pt x="0" y="406400"/>
                  </a:cubicBezTo>
                  <a:cubicBezTo>
                    <a:pt x="0" y="630849"/>
                    <a:pt x="188939" y="812800"/>
                    <a:pt x="422006" y="812800"/>
                  </a:cubicBezTo>
                  <a:cubicBezTo>
                    <a:pt x="655073" y="812800"/>
                    <a:pt x="844012" y="630849"/>
                    <a:pt x="844012" y="406400"/>
                  </a:cubicBezTo>
                  <a:cubicBezTo>
                    <a:pt x="844012" y="181951"/>
                    <a:pt x="655073" y="0"/>
                    <a:pt x="422006" y="0"/>
                  </a:cubicBezTo>
                  <a:close/>
                </a:path>
              </a:pathLst>
            </a:custGeom>
            <a:solidFill>
              <a:srgbClr val="D9D9D9"/>
            </a:solidFill>
          </p:spPr>
        </p:sp>
        <p:sp>
          <p:nvSpPr>
            <p:cNvPr name="TextBox 67" id="67"/>
            <p:cNvSpPr txBox="true"/>
            <p:nvPr/>
          </p:nvSpPr>
          <p:spPr>
            <a:xfrm>
              <a:off x="79126" y="47625"/>
              <a:ext cx="685760" cy="688975"/>
            </a:xfrm>
            <a:prstGeom prst="rect">
              <a:avLst/>
            </a:prstGeom>
          </p:spPr>
          <p:txBody>
            <a:bodyPr anchor="ctr" rtlCol="false" tIns="50800" lIns="50800" bIns="50800" rIns="50800"/>
            <a:lstStyle/>
            <a:p>
              <a:pPr algn="ctr">
                <a:lnSpc>
                  <a:spcPts val="1679"/>
                </a:lnSpc>
              </a:pPr>
            </a:p>
          </p:txBody>
        </p:sp>
      </p:grpSp>
      <p:sp>
        <p:nvSpPr>
          <p:cNvPr name="AutoShape 68" id="68"/>
          <p:cNvSpPr/>
          <p:nvPr/>
        </p:nvSpPr>
        <p:spPr>
          <a:xfrm flipV="true">
            <a:off x="3890151" y="6225880"/>
            <a:ext cx="0" cy="3710120"/>
          </a:xfrm>
          <a:prstGeom prst="line">
            <a:avLst/>
          </a:prstGeom>
          <a:ln cap="flat" w="9525">
            <a:solidFill>
              <a:srgbClr val="B4B4B4">
                <a:alpha val="49804"/>
              </a:srgbClr>
            </a:solidFill>
            <a:prstDash val="solid"/>
            <a:headEnd type="none" len="sm" w="sm"/>
            <a:tailEnd type="none" len="sm" w="sm"/>
          </a:ln>
        </p:spPr>
      </p:sp>
      <p:sp>
        <p:nvSpPr>
          <p:cNvPr name="AutoShape 69" id="69"/>
          <p:cNvSpPr/>
          <p:nvPr/>
        </p:nvSpPr>
        <p:spPr>
          <a:xfrm flipH="true" flipV="true">
            <a:off x="4782979" y="7296083"/>
            <a:ext cx="2021021" cy="0"/>
          </a:xfrm>
          <a:prstGeom prst="line">
            <a:avLst/>
          </a:prstGeom>
          <a:ln cap="flat" w="9525">
            <a:solidFill>
              <a:srgbClr val="B4B4B4">
                <a:alpha val="49804"/>
              </a:srgbClr>
            </a:solidFill>
            <a:prstDash val="solid"/>
            <a:headEnd type="none" len="sm" w="sm"/>
            <a:tailEnd type="none" len="sm" w="sm"/>
          </a:ln>
        </p:spPr>
      </p:sp>
      <p:sp>
        <p:nvSpPr>
          <p:cNvPr name="AutoShape 70" id="70"/>
          <p:cNvSpPr/>
          <p:nvPr/>
        </p:nvSpPr>
        <p:spPr>
          <a:xfrm flipH="true" flipV="true">
            <a:off x="4782979" y="8697015"/>
            <a:ext cx="2021021" cy="0"/>
          </a:xfrm>
          <a:prstGeom prst="line">
            <a:avLst/>
          </a:prstGeom>
          <a:ln cap="flat" w="9525">
            <a:solidFill>
              <a:srgbClr val="B4B4B4">
                <a:alpha val="49804"/>
              </a:srgbClr>
            </a:solidFill>
            <a:prstDash val="solid"/>
            <a:headEnd type="none" len="sm" w="sm"/>
            <a:tailEnd type="none" len="sm" w="sm"/>
          </a:ln>
        </p:spPr>
      </p:sp>
      <p:sp>
        <p:nvSpPr>
          <p:cNvPr name="TextBox 71" id="71"/>
          <p:cNvSpPr txBox="true"/>
          <p:nvPr/>
        </p:nvSpPr>
        <p:spPr>
          <a:xfrm rot="0">
            <a:off x="3839247" y="3391120"/>
            <a:ext cx="1024031" cy="198120"/>
          </a:xfrm>
          <a:prstGeom prst="rect">
            <a:avLst/>
          </a:prstGeom>
        </p:spPr>
        <p:txBody>
          <a:bodyPr anchor="t" rtlCol="false" tIns="0" lIns="0" bIns="0" rIns="0">
            <a:spAutoFit/>
          </a:bodyPr>
          <a:lstStyle/>
          <a:p>
            <a:pPr algn="l">
              <a:lnSpc>
                <a:spcPts val="1679"/>
              </a:lnSpc>
              <a:spcBef>
                <a:spcPct val="0"/>
              </a:spcBef>
            </a:pPr>
            <a:r>
              <a:rPr lang="en-US" b="true" sz="1200">
                <a:solidFill>
                  <a:srgbClr val="AF2417"/>
                </a:solidFill>
                <a:latin typeface="Red Hat Display Bold"/>
                <a:ea typeface="Red Hat Display Bold"/>
                <a:cs typeface="Red Hat Display Bold"/>
                <a:sym typeface="Red Hat Display Bold"/>
              </a:rPr>
              <a:t>ABOUT ME</a:t>
            </a:r>
          </a:p>
        </p:txBody>
      </p:sp>
      <p:sp>
        <p:nvSpPr>
          <p:cNvPr name="TextBox 72" id="72"/>
          <p:cNvSpPr txBox="true"/>
          <p:nvPr/>
        </p:nvSpPr>
        <p:spPr>
          <a:xfrm rot="0">
            <a:off x="3839247" y="5460354"/>
            <a:ext cx="1743878" cy="198120"/>
          </a:xfrm>
          <a:prstGeom prst="rect">
            <a:avLst/>
          </a:prstGeom>
        </p:spPr>
        <p:txBody>
          <a:bodyPr anchor="t" rtlCol="false" tIns="0" lIns="0" bIns="0" rIns="0">
            <a:spAutoFit/>
          </a:bodyPr>
          <a:lstStyle/>
          <a:p>
            <a:pPr algn="l">
              <a:lnSpc>
                <a:spcPts val="1679"/>
              </a:lnSpc>
              <a:spcBef>
                <a:spcPct val="0"/>
              </a:spcBef>
            </a:pPr>
            <a:r>
              <a:rPr lang="en-US" b="true" sz="1200">
                <a:solidFill>
                  <a:srgbClr val="AF2417"/>
                </a:solidFill>
                <a:latin typeface="Red Hat Display Bold"/>
                <a:ea typeface="Red Hat Display Bold"/>
                <a:cs typeface="Red Hat Display Bold"/>
                <a:sym typeface="Red Hat Display Bold"/>
              </a:rPr>
              <a:t>WORK EXPERIENCE</a:t>
            </a:r>
          </a:p>
        </p:txBody>
      </p:sp>
      <p:sp>
        <p:nvSpPr>
          <p:cNvPr name="TextBox 73" id="73"/>
          <p:cNvSpPr txBox="true"/>
          <p:nvPr/>
        </p:nvSpPr>
        <p:spPr>
          <a:xfrm rot="0">
            <a:off x="3839247" y="3839843"/>
            <a:ext cx="2964753" cy="1018781"/>
          </a:xfrm>
          <a:prstGeom prst="rect">
            <a:avLst/>
          </a:prstGeom>
        </p:spPr>
        <p:txBody>
          <a:bodyPr anchor="t" rtlCol="false" tIns="0" lIns="0" bIns="0" rIns="0">
            <a:spAutoFit/>
          </a:bodyPr>
          <a:lstStyle/>
          <a:p>
            <a:pPr algn="just">
              <a:lnSpc>
                <a:spcPts val="1206"/>
              </a:lnSpc>
              <a:spcBef>
                <a:spcPct val="0"/>
              </a:spcBef>
            </a:pPr>
            <a:r>
              <a:rPr lang="en-US" sz="861">
                <a:solidFill>
                  <a:srgbClr val="120F0F"/>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name="TextBox 74" id="74"/>
          <p:cNvSpPr txBox="true"/>
          <p:nvPr/>
        </p:nvSpPr>
        <p:spPr>
          <a:xfrm rot="0">
            <a:off x="4782979" y="6506046"/>
            <a:ext cx="2021021" cy="580942"/>
          </a:xfrm>
          <a:prstGeom prst="rect">
            <a:avLst/>
          </a:prstGeom>
        </p:spPr>
        <p:txBody>
          <a:bodyPr anchor="t" rtlCol="false" tIns="0" lIns="0" bIns="0" rIns="0">
            <a:spAutoFit/>
          </a:bodyPr>
          <a:lstStyle/>
          <a:p>
            <a:pPr algn="just">
              <a:lnSpc>
                <a:spcPts val="1206"/>
              </a:lnSpc>
              <a:spcBef>
                <a:spcPct val="0"/>
              </a:spcBef>
            </a:pPr>
            <a:r>
              <a:rPr lang="en-US" sz="861">
                <a:solidFill>
                  <a:srgbClr val="120F0F"/>
                </a:solidFill>
                <a:latin typeface="Poppins"/>
                <a:ea typeface="Poppins"/>
                <a:cs typeface="Poppins"/>
                <a:sym typeface="Poppins"/>
              </a:rPr>
              <a:t>Lorem ipsum dolor sit amet, consectetur adipiscing elit, sed do eiusmod tempor incididunt ut labore et dolore magna aliqua.</a:t>
            </a:r>
          </a:p>
        </p:txBody>
      </p:sp>
      <p:sp>
        <p:nvSpPr>
          <p:cNvPr name="TextBox 75" id="75"/>
          <p:cNvSpPr txBox="true"/>
          <p:nvPr/>
        </p:nvSpPr>
        <p:spPr>
          <a:xfrm rot="0">
            <a:off x="4782979" y="6117295"/>
            <a:ext cx="1477052" cy="289050"/>
          </a:xfrm>
          <a:prstGeom prst="rect">
            <a:avLst/>
          </a:prstGeom>
        </p:spPr>
        <p:txBody>
          <a:bodyPr anchor="t" rtlCol="false" tIns="0" lIns="0" bIns="0" rIns="0">
            <a:spAutoFit/>
          </a:bodyPr>
          <a:lstStyle/>
          <a:p>
            <a:pPr algn="l">
              <a:lnSpc>
                <a:spcPts val="1206"/>
              </a:lnSpc>
              <a:spcBef>
                <a:spcPct val="0"/>
              </a:spcBef>
            </a:pPr>
            <a:r>
              <a:rPr lang="en-US" b="true" sz="861">
                <a:solidFill>
                  <a:srgbClr val="AF2417"/>
                </a:solidFill>
                <a:latin typeface="Poppins Bold"/>
                <a:ea typeface="Poppins Bold"/>
                <a:cs typeface="Poppins Bold"/>
                <a:sym typeface="Poppins Bold"/>
              </a:rPr>
              <a:t>ALDENAIRE &amp; PARTNERS - DIGITAL MARKETING</a:t>
            </a:r>
          </a:p>
        </p:txBody>
      </p:sp>
      <p:sp>
        <p:nvSpPr>
          <p:cNvPr name="TextBox 76" id="76"/>
          <p:cNvSpPr txBox="true"/>
          <p:nvPr/>
        </p:nvSpPr>
        <p:spPr>
          <a:xfrm rot="0">
            <a:off x="4149513" y="6117295"/>
            <a:ext cx="425009" cy="289050"/>
          </a:xfrm>
          <a:prstGeom prst="rect">
            <a:avLst/>
          </a:prstGeom>
        </p:spPr>
        <p:txBody>
          <a:bodyPr anchor="t" rtlCol="false" tIns="0" lIns="0" bIns="0" rIns="0">
            <a:spAutoFit/>
          </a:bodyPr>
          <a:lstStyle/>
          <a:p>
            <a:pPr algn="l">
              <a:lnSpc>
                <a:spcPts val="1206"/>
              </a:lnSpc>
              <a:spcBef>
                <a:spcPct val="0"/>
              </a:spcBef>
            </a:pPr>
            <a:r>
              <a:rPr lang="en-US" sz="861">
                <a:solidFill>
                  <a:srgbClr val="120F0F"/>
                </a:solidFill>
                <a:latin typeface="Poppins"/>
                <a:ea typeface="Poppins"/>
                <a:cs typeface="Poppins"/>
                <a:sym typeface="Poppins"/>
              </a:rPr>
              <a:t>2024-NOW</a:t>
            </a:r>
          </a:p>
        </p:txBody>
      </p:sp>
      <p:sp>
        <p:nvSpPr>
          <p:cNvPr name="TextBox 77" id="77"/>
          <p:cNvSpPr txBox="true"/>
          <p:nvPr/>
        </p:nvSpPr>
        <p:spPr>
          <a:xfrm rot="0">
            <a:off x="4782979" y="7904831"/>
            <a:ext cx="2021021" cy="580942"/>
          </a:xfrm>
          <a:prstGeom prst="rect">
            <a:avLst/>
          </a:prstGeom>
        </p:spPr>
        <p:txBody>
          <a:bodyPr anchor="t" rtlCol="false" tIns="0" lIns="0" bIns="0" rIns="0">
            <a:spAutoFit/>
          </a:bodyPr>
          <a:lstStyle/>
          <a:p>
            <a:pPr algn="just">
              <a:lnSpc>
                <a:spcPts val="1206"/>
              </a:lnSpc>
              <a:spcBef>
                <a:spcPct val="0"/>
              </a:spcBef>
            </a:pPr>
            <a:r>
              <a:rPr lang="en-US" sz="861">
                <a:solidFill>
                  <a:srgbClr val="120F0F"/>
                </a:solidFill>
                <a:latin typeface="Poppins"/>
                <a:ea typeface="Poppins"/>
                <a:cs typeface="Poppins"/>
                <a:sym typeface="Poppins"/>
              </a:rPr>
              <a:t>Lorem ipsum dolor sit amet, consectetur adipiscing elit, sed do eiusmod tempor incididunt ut labore et dolore magna aliqua.</a:t>
            </a:r>
          </a:p>
        </p:txBody>
      </p:sp>
      <p:sp>
        <p:nvSpPr>
          <p:cNvPr name="TextBox 78" id="78"/>
          <p:cNvSpPr txBox="true"/>
          <p:nvPr/>
        </p:nvSpPr>
        <p:spPr>
          <a:xfrm rot="0">
            <a:off x="4782979" y="7516081"/>
            <a:ext cx="1477052" cy="289050"/>
          </a:xfrm>
          <a:prstGeom prst="rect">
            <a:avLst/>
          </a:prstGeom>
        </p:spPr>
        <p:txBody>
          <a:bodyPr anchor="t" rtlCol="false" tIns="0" lIns="0" bIns="0" rIns="0">
            <a:spAutoFit/>
          </a:bodyPr>
          <a:lstStyle/>
          <a:p>
            <a:pPr algn="l">
              <a:lnSpc>
                <a:spcPts val="1206"/>
              </a:lnSpc>
              <a:spcBef>
                <a:spcPct val="0"/>
              </a:spcBef>
            </a:pPr>
            <a:r>
              <a:rPr lang="en-US" b="true" sz="861">
                <a:solidFill>
                  <a:srgbClr val="AF2417"/>
                </a:solidFill>
                <a:latin typeface="Poppins Bold"/>
                <a:ea typeface="Poppins Bold"/>
                <a:cs typeface="Poppins Bold"/>
                <a:sym typeface="Poppins Bold"/>
              </a:rPr>
              <a:t>ALDENAIRE &amp; PARTNERS - DIGITAL MARKETING</a:t>
            </a:r>
          </a:p>
        </p:txBody>
      </p:sp>
      <p:sp>
        <p:nvSpPr>
          <p:cNvPr name="TextBox 79" id="79"/>
          <p:cNvSpPr txBox="true"/>
          <p:nvPr/>
        </p:nvSpPr>
        <p:spPr>
          <a:xfrm rot="0">
            <a:off x="4149513" y="7519905"/>
            <a:ext cx="425009" cy="289050"/>
          </a:xfrm>
          <a:prstGeom prst="rect">
            <a:avLst/>
          </a:prstGeom>
        </p:spPr>
        <p:txBody>
          <a:bodyPr anchor="t" rtlCol="false" tIns="0" lIns="0" bIns="0" rIns="0">
            <a:spAutoFit/>
          </a:bodyPr>
          <a:lstStyle/>
          <a:p>
            <a:pPr algn="l">
              <a:lnSpc>
                <a:spcPts val="1206"/>
              </a:lnSpc>
              <a:spcBef>
                <a:spcPct val="0"/>
              </a:spcBef>
            </a:pPr>
            <a:r>
              <a:rPr lang="en-US" sz="861">
                <a:solidFill>
                  <a:srgbClr val="120F0F"/>
                </a:solidFill>
                <a:latin typeface="Poppins"/>
                <a:ea typeface="Poppins"/>
                <a:cs typeface="Poppins"/>
                <a:sym typeface="Poppins"/>
              </a:rPr>
              <a:t>2019-2023</a:t>
            </a:r>
          </a:p>
        </p:txBody>
      </p:sp>
      <p:sp>
        <p:nvSpPr>
          <p:cNvPr name="TextBox 80" id="80"/>
          <p:cNvSpPr txBox="true"/>
          <p:nvPr/>
        </p:nvSpPr>
        <p:spPr>
          <a:xfrm rot="0">
            <a:off x="4782979" y="9336559"/>
            <a:ext cx="2021021" cy="580942"/>
          </a:xfrm>
          <a:prstGeom prst="rect">
            <a:avLst/>
          </a:prstGeom>
        </p:spPr>
        <p:txBody>
          <a:bodyPr anchor="t" rtlCol="false" tIns="0" lIns="0" bIns="0" rIns="0">
            <a:spAutoFit/>
          </a:bodyPr>
          <a:lstStyle/>
          <a:p>
            <a:pPr algn="just">
              <a:lnSpc>
                <a:spcPts val="1206"/>
              </a:lnSpc>
              <a:spcBef>
                <a:spcPct val="0"/>
              </a:spcBef>
            </a:pPr>
            <a:r>
              <a:rPr lang="en-US" sz="861">
                <a:solidFill>
                  <a:srgbClr val="120F0F"/>
                </a:solidFill>
                <a:latin typeface="Poppins"/>
                <a:ea typeface="Poppins"/>
                <a:cs typeface="Poppins"/>
                <a:sym typeface="Poppins"/>
              </a:rPr>
              <a:t>Lorem ipsum dolor sit amet, consectetur adipiscing elit, sed do eiusmod tempor incididunt ut labore et dolore magna aliqua.</a:t>
            </a:r>
          </a:p>
        </p:txBody>
      </p:sp>
      <p:sp>
        <p:nvSpPr>
          <p:cNvPr name="TextBox 81" id="81"/>
          <p:cNvSpPr txBox="true"/>
          <p:nvPr/>
        </p:nvSpPr>
        <p:spPr>
          <a:xfrm rot="0">
            <a:off x="4782979" y="8947809"/>
            <a:ext cx="1477052" cy="289050"/>
          </a:xfrm>
          <a:prstGeom prst="rect">
            <a:avLst/>
          </a:prstGeom>
        </p:spPr>
        <p:txBody>
          <a:bodyPr anchor="t" rtlCol="false" tIns="0" lIns="0" bIns="0" rIns="0">
            <a:spAutoFit/>
          </a:bodyPr>
          <a:lstStyle/>
          <a:p>
            <a:pPr algn="l">
              <a:lnSpc>
                <a:spcPts val="1206"/>
              </a:lnSpc>
              <a:spcBef>
                <a:spcPct val="0"/>
              </a:spcBef>
            </a:pPr>
            <a:r>
              <a:rPr lang="en-US" b="true" sz="861">
                <a:solidFill>
                  <a:srgbClr val="AF2417"/>
                </a:solidFill>
                <a:latin typeface="Poppins Bold"/>
                <a:ea typeface="Poppins Bold"/>
                <a:cs typeface="Poppins Bold"/>
                <a:sym typeface="Poppins Bold"/>
              </a:rPr>
              <a:t>ALDENAIRE &amp; PARTNERS - DIGITAL MARKETING</a:t>
            </a:r>
          </a:p>
        </p:txBody>
      </p:sp>
      <p:sp>
        <p:nvSpPr>
          <p:cNvPr name="TextBox 82" id="82"/>
          <p:cNvSpPr txBox="true"/>
          <p:nvPr/>
        </p:nvSpPr>
        <p:spPr>
          <a:xfrm rot="0">
            <a:off x="4149513" y="8947809"/>
            <a:ext cx="425009" cy="289050"/>
          </a:xfrm>
          <a:prstGeom prst="rect">
            <a:avLst/>
          </a:prstGeom>
        </p:spPr>
        <p:txBody>
          <a:bodyPr anchor="t" rtlCol="false" tIns="0" lIns="0" bIns="0" rIns="0">
            <a:spAutoFit/>
          </a:bodyPr>
          <a:lstStyle/>
          <a:p>
            <a:pPr algn="l">
              <a:lnSpc>
                <a:spcPts val="1206"/>
              </a:lnSpc>
              <a:spcBef>
                <a:spcPct val="0"/>
              </a:spcBef>
            </a:pPr>
            <a:r>
              <a:rPr lang="en-US" sz="861">
                <a:solidFill>
                  <a:srgbClr val="120F0F"/>
                </a:solidFill>
                <a:latin typeface="Poppins"/>
                <a:ea typeface="Poppins"/>
                <a:cs typeface="Poppins"/>
                <a:sym typeface="Poppins"/>
              </a:rPr>
              <a:t>2018-2019</a:t>
            </a:r>
          </a:p>
        </p:txBody>
      </p:sp>
      <p:grpSp>
        <p:nvGrpSpPr>
          <p:cNvPr name="Group 83" id="83"/>
          <p:cNvGrpSpPr/>
          <p:nvPr/>
        </p:nvGrpSpPr>
        <p:grpSpPr>
          <a:xfrm rot="0">
            <a:off x="3839247" y="6208239"/>
            <a:ext cx="101809" cy="98044"/>
            <a:chOff x="0" y="0"/>
            <a:chExt cx="844012" cy="812800"/>
          </a:xfrm>
        </p:grpSpPr>
        <p:sp>
          <p:nvSpPr>
            <p:cNvPr name="Freeform 84" id="84"/>
            <p:cNvSpPr/>
            <p:nvPr/>
          </p:nvSpPr>
          <p:spPr>
            <a:xfrm flipH="false" flipV="false" rot="0">
              <a:off x="0" y="0"/>
              <a:ext cx="844012" cy="812800"/>
            </a:xfrm>
            <a:custGeom>
              <a:avLst/>
              <a:gdLst/>
              <a:ahLst/>
              <a:cxnLst/>
              <a:rect r="r" b="b" t="t" l="l"/>
              <a:pathLst>
                <a:path h="812800" w="844012">
                  <a:moveTo>
                    <a:pt x="422006" y="0"/>
                  </a:moveTo>
                  <a:cubicBezTo>
                    <a:pt x="188939" y="0"/>
                    <a:pt x="0" y="181951"/>
                    <a:pt x="0" y="406400"/>
                  </a:cubicBezTo>
                  <a:cubicBezTo>
                    <a:pt x="0" y="630849"/>
                    <a:pt x="188939" y="812800"/>
                    <a:pt x="422006" y="812800"/>
                  </a:cubicBezTo>
                  <a:cubicBezTo>
                    <a:pt x="655073" y="812800"/>
                    <a:pt x="844012" y="630849"/>
                    <a:pt x="844012" y="406400"/>
                  </a:cubicBezTo>
                  <a:cubicBezTo>
                    <a:pt x="844012" y="181951"/>
                    <a:pt x="655073" y="0"/>
                    <a:pt x="422006" y="0"/>
                  </a:cubicBezTo>
                  <a:close/>
                </a:path>
              </a:pathLst>
            </a:custGeom>
            <a:solidFill>
              <a:srgbClr val="AF2417"/>
            </a:solidFill>
          </p:spPr>
        </p:sp>
        <p:sp>
          <p:nvSpPr>
            <p:cNvPr name="TextBox 85" id="85"/>
            <p:cNvSpPr txBox="true"/>
            <p:nvPr/>
          </p:nvSpPr>
          <p:spPr>
            <a:xfrm>
              <a:off x="79126" y="47625"/>
              <a:ext cx="685760" cy="688975"/>
            </a:xfrm>
            <a:prstGeom prst="rect">
              <a:avLst/>
            </a:prstGeom>
          </p:spPr>
          <p:txBody>
            <a:bodyPr anchor="ctr" rtlCol="false" tIns="50800" lIns="50800" bIns="50800" rIns="50800"/>
            <a:lstStyle/>
            <a:p>
              <a:pPr algn="ctr">
                <a:lnSpc>
                  <a:spcPts val="1679"/>
                </a:lnSpc>
              </a:pPr>
            </a:p>
          </p:txBody>
        </p:sp>
      </p:grpSp>
      <p:grpSp>
        <p:nvGrpSpPr>
          <p:cNvPr name="Group 86" id="86"/>
          <p:cNvGrpSpPr/>
          <p:nvPr/>
        </p:nvGrpSpPr>
        <p:grpSpPr>
          <a:xfrm rot="0">
            <a:off x="3839247" y="7621109"/>
            <a:ext cx="101809" cy="98044"/>
            <a:chOff x="0" y="0"/>
            <a:chExt cx="844012" cy="812800"/>
          </a:xfrm>
        </p:grpSpPr>
        <p:sp>
          <p:nvSpPr>
            <p:cNvPr name="Freeform 87" id="87"/>
            <p:cNvSpPr/>
            <p:nvPr/>
          </p:nvSpPr>
          <p:spPr>
            <a:xfrm flipH="false" flipV="false" rot="0">
              <a:off x="0" y="0"/>
              <a:ext cx="844012" cy="812800"/>
            </a:xfrm>
            <a:custGeom>
              <a:avLst/>
              <a:gdLst/>
              <a:ahLst/>
              <a:cxnLst/>
              <a:rect r="r" b="b" t="t" l="l"/>
              <a:pathLst>
                <a:path h="812800" w="844012">
                  <a:moveTo>
                    <a:pt x="422006" y="0"/>
                  </a:moveTo>
                  <a:cubicBezTo>
                    <a:pt x="188939" y="0"/>
                    <a:pt x="0" y="181951"/>
                    <a:pt x="0" y="406400"/>
                  </a:cubicBezTo>
                  <a:cubicBezTo>
                    <a:pt x="0" y="630849"/>
                    <a:pt x="188939" y="812800"/>
                    <a:pt x="422006" y="812800"/>
                  </a:cubicBezTo>
                  <a:cubicBezTo>
                    <a:pt x="655073" y="812800"/>
                    <a:pt x="844012" y="630849"/>
                    <a:pt x="844012" y="406400"/>
                  </a:cubicBezTo>
                  <a:cubicBezTo>
                    <a:pt x="844012" y="181951"/>
                    <a:pt x="655073" y="0"/>
                    <a:pt x="422006" y="0"/>
                  </a:cubicBezTo>
                  <a:close/>
                </a:path>
              </a:pathLst>
            </a:custGeom>
            <a:solidFill>
              <a:srgbClr val="AF2417"/>
            </a:solidFill>
          </p:spPr>
        </p:sp>
        <p:sp>
          <p:nvSpPr>
            <p:cNvPr name="TextBox 88" id="88"/>
            <p:cNvSpPr txBox="true"/>
            <p:nvPr/>
          </p:nvSpPr>
          <p:spPr>
            <a:xfrm>
              <a:off x="79126" y="47625"/>
              <a:ext cx="685760" cy="688975"/>
            </a:xfrm>
            <a:prstGeom prst="rect">
              <a:avLst/>
            </a:prstGeom>
          </p:spPr>
          <p:txBody>
            <a:bodyPr anchor="ctr" rtlCol="false" tIns="50800" lIns="50800" bIns="50800" rIns="50800"/>
            <a:lstStyle/>
            <a:p>
              <a:pPr algn="ctr">
                <a:lnSpc>
                  <a:spcPts val="1679"/>
                </a:lnSpc>
              </a:pPr>
            </a:p>
          </p:txBody>
        </p:sp>
      </p:grpSp>
      <p:grpSp>
        <p:nvGrpSpPr>
          <p:cNvPr name="Group 89" id="89"/>
          <p:cNvGrpSpPr/>
          <p:nvPr/>
        </p:nvGrpSpPr>
        <p:grpSpPr>
          <a:xfrm rot="0">
            <a:off x="3839247" y="9052837"/>
            <a:ext cx="101809" cy="98044"/>
            <a:chOff x="0" y="0"/>
            <a:chExt cx="844012" cy="812800"/>
          </a:xfrm>
        </p:grpSpPr>
        <p:sp>
          <p:nvSpPr>
            <p:cNvPr name="Freeform 90" id="90"/>
            <p:cNvSpPr/>
            <p:nvPr/>
          </p:nvSpPr>
          <p:spPr>
            <a:xfrm flipH="false" flipV="false" rot="0">
              <a:off x="0" y="0"/>
              <a:ext cx="844012" cy="812800"/>
            </a:xfrm>
            <a:custGeom>
              <a:avLst/>
              <a:gdLst/>
              <a:ahLst/>
              <a:cxnLst/>
              <a:rect r="r" b="b" t="t" l="l"/>
              <a:pathLst>
                <a:path h="812800" w="844012">
                  <a:moveTo>
                    <a:pt x="422006" y="0"/>
                  </a:moveTo>
                  <a:cubicBezTo>
                    <a:pt x="188939" y="0"/>
                    <a:pt x="0" y="181951"/>
                    <a:pt x="0" y="406400"/>
                  </a:cubicBezTo>
                  <a:cubicBezTo>
                    <a:pt x="0" y="630849"/>
                    <a:pt x="188939" y="812800"/>
                    <a:pt x="422006" y="812800"/>
                  </a:cubicBezTo>
                  <a:cubicBezTo>
                    <a:pt x="655073" y="812800"/>
                    <a:pt x="844012" y="630849"/>
                    <a:pt x="844012" y="406400"/>
                  </a:cubicBezTo>
                  <a:cubicBezTo>
                    <a:pt x="844012" y="181951"/>
                    <a:pt x="655073" y="0"/>
                    <a:pt x="422006" y="0"/>
                  </a:cubicBezTo>
                  <a:close/>
                </a:path>
              </a:pathLst>
            </a:custGeom>
            <a:solidFill>
              <a:srgbClr val="AF2417"/>
            </a:solidFill>
          </p:spPr>
        </p:sp>
        <p:sp>
          <p:nvSpPr>
            <p:cNvPr name="TextBox 91" id="91"/>
            <p:cNvSpPr txBox="true"/>
            <p:nvPr/>
          </p:nvSpPr>
          <p:spPr>
            <a:xfrm>
              <a:off x="79126" y="47625"/>
              <a:ext cx="685760" cy="688975"/>
            </a:xfrm>
            <a:prstGeom prst="rect">
              <a:avLst/>
            </a:prstGeom>
          </p:spPr>
          <p:txBody>
            <a:bodyPr anchor="ctr" rtlCol="false" tIns="50800" lIns="50800" bIns="50800" rIns="50800"/>
            <a:lstStyle/>
            <a:p>
              <a:pPr algn="ctr">
                <a:lnSpc>
                  <a:spcPts val="167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DAHGXgZ5jj4</dc:identifier>
  <dcterms:modified xsi:type="dcterms:W3CDTF">2011-08-01T06:04:30Z</dcterms:modified>
  <cp:revision>1</cp:revision>
  <dc:title>Red Black and White Modern Professional A4 Resume</dc:title>
</cp:coreProperties>
</file>